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1"/>
  </p:notesMasterIdLst>
  <p:sldIdLst>
    <p:sldId id="256" r:id="rId2"/>
    <p:sldId id="257" r:id="rId3"/>
    <p:sldId id="292" r:id="rId4"/>
    <p:sldId id="324" r:id="rId5"/>
    <p:sldId id="325" r:id="rId6"/>
    <p:sldId id="293" r:id="rId7"/>
    <p:sldId id="294" r:id="rId8"/>
    <p:sldId id="295" r:id="rId9"/>
    <p:sldId id="296" r:id="rId10"/>
    <p:sldId id="297" r:id="rId11"/>
    <p:sldId id="323" r:id="rId12"/>
    <p:sldId id="313" r:id="rId13"/>
    <p:sldId id="314" r:id="rId14"/>
    <p:sldId id="298" r:id="rId15"/>
    <p:sldId id="299" r:id="rId16"/>
    <p:sldId id="300" r:id="rId17"/>
    <p:sldId id="301" r:id="rId18"/>
    <p:sldId id="302" r:id="rId19"/>
    <p:sldId id="340" r:id="rId20"/>
    <p:sldId id="303" r:id="rId21"/>
    <p:sldId id="304" r:id="rId22"/>
    <p:sldId id="305" r:id="rId23"/>
    <p:sldId id="327" r:id="rId24"/>
    <p:sldId id="328" r:id="rId25"/>
    <p:sldId id="329" r:id="rId26"/>
    <p:sldId id="330" r:id="rId27"/>
    <p:sldId id="331" r:id="rId28"/>
    <p:sldId id="332" r:id="rId29"/>
    <p:sldId id="333" r:id="rId30"/>
    <p:sldId id="334" r:id="rId31"/>
    <p:sldId id="335" r:id="rId32"/>
    <p:sldId id="336" r:id="rId33"/>
    <p:sldId id="337" r:id="rId34"/>
    <p:sldId id="338" r:id="rId35"/>
    <p:sldId id="339" r:id="rId36"/>
    <p:sldId id="315" r:id="rId37"/>
    <p:sldId id="316" r:id="rId38"/>
    <p:sldId id="317" r:id="rId39"/>
    <p:sldId id="318" r:id="rId40"/>
    <p:sldId id="319" r:id="rId41"/>
    <p:sldId id="320" r:id="rId42"/>
    <p:sldId id="321" r:id="rId43"/>
    <p:sldId id="322" r:id="rId44"/>
    <p:sldId id="306" r:id="rId45"/>
    <p:sldId id="307" r:id="rId46"/>
    <p:sldId id="308" r:id="rId47"/>
    <p:sldId id="309" r:id="rId48"/>
    <p:sldId id="310" r:id="rId49"/>
    <p:sldId id="311" r:id="rId50"/>
    <p:sldId id="312" r:id="rId51"/>
    <p:sldId id="342" r:id="rId52"/>
    <p:sldId id="341" r:id="rId53"/>
    <p:sldId id="343" r:id="rId54"/>
    <p:sldId id="344" r:id="rId55"/>
    <p:sldId id="345" r:id="rId56"/>
    <p:sldId id="346" r:id="rId57"/>
    <p:sldId id="347" r:id="rId58"/>
    <p:sldId id="348" r:id="rId59"/>
    <p:sldId id="349" r:id="rId60"/>
    <p:sldId id="351" r:id="rId61"/>
    <p:sldId id="352" r:id="rId62"/>
    <p:sldId id="350" r:id="rId63"/>
    <p:sldId id="353" r:id="rId64"/>
    <p:sldId id="354" r:id="rId65"/>
    <p:sldId id="355" r:id="rId66"/>
    <p:sldId id="356" r:id="rId67"/>
    <p:sldId id="357" r:id="rId68"/>
    <p:sldId id="358" r:id="rId69"/>
    <p:sldId id="359" r:id="rId70"/>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8" d="100"/>
          <a:sy n="88" d="100"/>
        </p:scale>
        <p:origin x="1306" y="6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D6E4CB3-9CC8-1E0E-8C86-C0CB1A9787A0}"/>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charset="0"/>
                <a:cs typeface="Arial" charset="0"/>
              </a:defRPr>
            </a:lvl1pPr>
          </a:lstStyle>
          <a:p>
            <a:pPr>
              <a:defRPr/>
            </a:pPr>
            <a:endParaRPr lang="en-US"/>
          </a:p>
        </p:txBody>
      </p:sp>
      <p:sp>
        <p:nvSpPr>
          <p:cNvPr id="3" name="Date Placeholder 2">
            <a:extLst>
              <a:ext uri="{FF2B5EF4-FFF2-40B4-BE49-F238E27FC236}">
                <a16:creationId xmlns:a16="http://schemas.microsoft.com/office/drawing/2014/main" id="{7DDA82BE-5AD1-2CD2-7253-09FA3451DAD2}"/>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charset="0"/>
                <a:cs typeface="Arial" charset="0"/>
              </a:defRPr>
            </a:lvl1pPr>
          </a:lstStyle>
          <a:p>
            <a:pPr>
              <a:defRPr/>
            </a:pPr>
            <a:fld id="{620785D8-9569-4BC7-BC17-9888EA3FA1A7}" type="datetimeFigureOut">
              <a:rPr lang="en-US"/>
              <a:pPr>
                <a:defRPr/>
              </a:pPr>
              <a:t>6/2/2026</a:t>
            </a:fld>
            <a:endParaRPr lang="en-US"/>
          </a:p>
        </p:txBody>
      </p:sp>
      <p:sp>
        <p:nvSpPr>
          <p:cNvPr id="4" name="Slide Image Placeholder 3">
            <a:extLst>
              <a:ext uri="{FF2B5EF4-FFF2-40B4-BE49-F238E27FC236}">
                <a16:creationId xmlns:a16="http://schemas.microsoft.com/office/drawing/2014/main" id="{DC849D54-1346-B6C5-DE19-F9944D29F732}"/>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67717E3C-B74F-76F0-8E45-153CFB500C60}"/>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EDCFCD30-843D-B9BC-F9EE-7EE5218A4E6D}"/>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charset="0"/>
                <a:cs typeface="Arial" charset="0"/>
              </a:defRPr>
            </a:lvl1pPr>
          </a:lstStyle>
          <a:p>
            <a:pPr>
              <a:defRPr/>
            </a:pPr>
            <a:endParaRPr lang="en-US"/>
          </a:p>
        </p:txBody>
      </p:sp>
      <p:sp>
        <p:nvSpPr>
          <p:cNvPr id="7" name="Slide Number Placeholder 6">
            <a:extLst>
              <a:ext uri="{FF2B5EF4-FFF2-40B4-BE49-F238E27FC236}">
                <a16:creationId xmlns:a16="http://schemas.microsoft.com/office/drawing/2014/main" id="{D4036CC3-61AF-F43E-F125-B8CA0685637F}"/>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760D65DB-B929-4C1C-BDFE-804E1678E85D}"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a:extLst>
              <a:ext uri="{FF2B5EF4-FFF2-40B4-BE49-F238E27FC236}">
                <a16:creationId xmlns:a16="http://schemas.microsoft.com/office/drawing/2014/main" id="{4BE0D6C2-4421-3EB6-6624-DCFE1E9E873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1" name="Notes Placeholder 2">
            <a:extLst>
              <a:ext uri="{FF2B5EF4-FFF2-40B4-BE49-F238E27FC236}">
                <a16:creationId xmlns:a16="http://schemas.microsoft.com/office/drawing/2014/main" id="{B2A8EE30-7DC9-7800-7027-4E09A4FA869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73732" name="Slide Number Placeholder 3">
            <a:extLst>
              <a:ext uri="{FF2B5EF4-FFF2-40B4-BE49-F238E27FC236}">
                <a16:creationId xmlns:a16="http://schemas.microsoft.com/office/drawing/2014/main" id="{E27A80BA-5641-B8C4-D113-D318064CD6A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08EC04A-053C-4BE2-843B-517882A7908D}" type="slidenum">
              <a:rPr lang="en-US" altLang="en-US"/>
              <a:pPr eaLnBrk="1" hangingPunct="1"/>
              <a:t>39</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a:extLst>
              <a:ext uri="{FF2B5EF4-FFF2-40B4-BE49-F238E27FC236}">
                <a16:creationId xmlns:a16="http://schemas.microsoft.com/office/drawing/2014/main" id="{D0530710-6D98-809B-3FB6-7EB718F390C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Notes Placeholder 2">
            <a:extLst>
              <a:ext uri="{FF2B5EF4-FFF2-40B4-BE49-F238E27FC236}">
                <a16:creationId xmlns:a16="http://schemas.microsoft.com/office/drawing/2014/main" id="{313FFA71-1DC5-FBEE-29DC-96D73295DDC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74756" name="Slide Number Placeholder 3">
            <a:extLst>
              <a:ext uri="{FF2B5EF4-FFF2-40B4-BE49-F238E27FC236}">
                <a16:creationId xmlns:a16="http://schemas.microsoft.com/office/drawing/2014/main" id="{7CC94758-5A4A-2A09-0004-7EB7DAC0C29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7476D10-AE6A-4733-B685-83F03139F9DC}" type="slidenum">
              <a:rPr lang="en-US" altLang="en-US"/>
              <a:pPr eaLnBrk="1" hangingPunct="1"/>
              <a:t>40</a:t>
            </a:fld>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a:extLst>
              <a:ext uri="{FF2B5EF4-FFF2-40B4-BE49-F238E27FC236}">
                <a16:creationId xmlns:a16="http://schemas.microsoft.com/office/drawing/2014/main" id="{70DABEC5-4293-5E9B-F008-88E53DF55C7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79" name="Notes Placeholder 2">
            <a:extLst>
              <a:ext uri="{FF2B5EF4-FFF2-40B4-BE49-F238E27FC236}">
                <a16:creationId xmlns:a16="http://schemas.microsoft.com/office/drawing/2014/main" id="{6CB49A26-0127-AAD9-BCF1-F2256DED27A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75780" name="Slide Number Placeholder 3">
            <a:extLst>
              <a:ext uri="{FF2B5EF4-FFF2-40B4-BE49-F238E27FC236}">
                <a16:creationId xmlns:a16="http://schemas.microsoft.com/office/drawing/2014/main" id="{416E7B66-FB22-78F3-F01D-B7E7CFA10DF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6BD9511-A787-4205-97AE-A19D7642A634}" type="slidenum">
              <a:rPr lang="en-US" altLang="en-US"/>
              <a:pPr eaLnBrk="1" hangingPunct="1"/>
              <a:t>41</a:t>
            </a:fld>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a:extLst>
              <a:ext uri="{FF2B5EF4-FFF2-40B4-BE49-F238E27FC236}">
                <a16:creationId xmlns:a16="http://schemas.microsoft.com/office/drawing/2014/main" id="{6F3BD862-61A3-B5BD-B8D7-082BD4D5813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6803" name="Notes Placeholder 2">
            <a:extLst>
              <a:ext uri="{FF2B5EF4-FFF2-40B4-BE49-F238E27FC236}">
                <a16:creationId xmlns:a16="http://schemas.microsoft.com/office/drawing/2014/main" id="{20A1B17E-72E9-5E15-256F-4288ECE7A86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76804" name="Slide Number Placeholder 3">
            <a:extLst>
              <a:ext uri="{FF2B5EF4-FFF2-40B4-BE49-F238E27FC236}">
                <a16:creationId xmlns:a16="http://schemas.microsoft.com/office/drawing/2014/main" id="{8D141538-2785-AACF-3995-030A8040FA9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910B76C-09B0-4B2A-8374-E80EA091B5F2}" type="slidenum">
              <a:rPr lang="en-US" altLang="en-US"/>
              <a:pPr eaLnBrk="1" hangingPunct="1"/>
              <a:t>42</a:t>
            </a:fld>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a:extLst>
              <a:ext uri="{FF2B5EF4-FFF2-40B4-BE49-F238E27FC236}">
                <a16:creationId xmlns:a16="http://schemas.microsoft.com/office/drawing/2014/main" id="{CE36745F-9983-0B04-8B3F-69FC24D3A86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7827" name="Notes Placeholder 2">
            <a:extLst>
              <a:ext uri="{FF2B5EF4-FFF2-40B4-BE49-F238E27FC236}">
                <a16:creationId xmlns:a16="http://schemas.microsoft.com/office/drawing/2014/main" id="{31D635BF-077C-A097-C901-E2C4314188F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77828" name="Slide Number Placeholder 3">
            <a:extLst>
              <a:ext uri="{FF2B5EF4-FFF2-40B4-BE49-F238E27FC236}">
                <a16:creationId xmlns:a16="http://schemas.microsoft.com/office/drawing/2014/main" id="{C058889F-D281-7B6F-896D-4AEE5E61E12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752EDF9-8A6D-4D9D-9AB0-CBF89FCE404C}" type="slidenum">
              <a:rPr lang="en-US" altLang="en-US"/>
              <a:pPr eaLnBrk="1" hangingPunct="1"/>
              <a:t>43</a:t>
            </a:fld>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a:extLst>
              <a:ext uri="{FF2B5EF4-FFF2-40B4-BE49-F238E27FC236}">
                <a16:creationId xmlns:a16="http://schemas.microsoft.com/office/drawing/2014/main" id="{FC6A1666-75FF-1674-53CF-6127F2BD3F7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851" name="Notes Placeholder 2">
            <a:extLst>
              <a:ext uri="{FF2B5EF4-FFF2-40B4-BE49-F238E27FC236}">
                <a16:creationId xmlns:a16="http://schemas.microsoft.com/office/drawing/2014/main" id="{0209AB35-740C-E3BC-8A74-180CD41CD96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78852" name="Slide Number Placeholder 3">
            <a:extLst>
              <a:ext uri="{FF2B5EF4-FFF2-40B4-BE49-F238E27FC236}">
                <a16:creationId xmlns:a16="http://schemas.microsoft.com/office/drawing/2014/main" id="{D1EF5E57-62A5-E603-12D9-7667A1B1210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1DC6873-0E1F-4BD3-AF20-9B1C39F66BAC}" type="slidenum">
              <a:rPr lang="en-US" altLang="en-US"/>
              <a:pPr eaLnBrk="1" hangingPunct="1"/>
              <a:t>46</a:t>
            </a:fld>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a:extLst>
              <a:ext uri="{FF2B5EF4-FFF2-40B4-BE49-F238E27FC236}">
                <a16:creationId xmlns:a16="http://schemas.microsoft.com/office/drawing/2014/main" id="{DAEA7507-9C0F-9121-6DEA-B81F40CFBA1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5" name="Notes Placeholder 2">
            <a:extLst>
              <a:ext uri="{FF2B5EF4-FFF2-40B4-BE49-F238E27FC236}">
                <a16:creationId xmlns:a16="http://schemas.microsoft.com/office/drawing/2014/main" id="{0BA4D564-EA84-4635-DDF8-E6AC6B44D95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79876" name="Slide Number Placeholder 3">
            <a:extLst>
              <a:ext uri="{FF2B5EF4-FFF2-40B4-BE49-F238E27FC236}">
                <a16:creationId xmlns:a16="http://schemas.microsoft.com/office/drawing/2014/main" id="{74B12691-41B4-AFDE-CEB6-A48847A2C5A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9337DD9-9797-42B2-8A43-1813F9CF7886}" type="slidenum">
              <a:rPr lang="en-US" altLang="en-US"/>
              <a:pPr eaLnBrk="1" hangingPunct="1"/>
              <a:t>47</a:t>
            </a:fld>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a:extLst>
              <a:ext uri="{FF2B5EF4-FFF2-40B4-BE49-F238E27FC236}">
                <a16:creationId xmlns:a16="http://schemas.microsoft.com/office/drawing/2014/main" id="{62D7C023-C782-1DE4-2D8A-AD4729E16D8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899" name="Notes Placeholder 2">
            <a:extLst>
              <a:ext uri="{FF2B5EF4-FFF2-40B4-BE49-F238E27FC236}">
                <a16:creationId xmlns:a16="http://schemas.microsoft.com/office/drawing/2014/main" id="{4468ED5D-07A2-A8EC-15B6-2A08A9E2B59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80900" name="Slide Number Placeholder 3">
            <a:extLst>
              <a:ext uri="{FF2B5EF4-FFF2-40B4-BE49-F238E27FC236}">
                <a16:creationId xmlns:a16="http://schemas.microsoft.com/office/drawing/2014/main" id="{7C92EB1A-08E4-A9C6-6B59-D9EC2C4385C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24641C0-CED4-4DE2-AC54-D07749DDA0C6}" type="slidenum">
              <a:rPr lang="en-US" altLang="en-US"/>
              <a:pPr eaLnBrk="1" hangingPunct="1"/>
              <a:t>48</a:t>
            </a:fld>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a:extLst>
              <a:ext uri="{FF2B5EF4-FFF2-40B4-BE49-F238E27FC236}">
                <a16:creationId xmlns:a16="http://schemas.microsoft.com/office/drawing/2014/main" id="{8CA1D15E-16A3-8C07-6140-627CB509226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23" name="Notes Placeholder 2">
            <a:extLst>
              <a:ext uri="{FF2B5EF4-FFF2-40B4-BE49-F238E27FC236}">
                <a16:creationId xmlns:a16="http://schemas.microsoft.com/office/drawing/2014/main" id="{4CEE6BC2-CD4B-5C4B-DE16-7FAEF8D33DC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81924" name="Slide Number Placeholder 3">
            <a:extLst>
              <a:ext uri="{FF2B5EF4-FFF2-40B4-BE49-F238E27FC236}">
                <a16:creationId xmlns:a16="http://schemas.microsoft.com/office/drawing/2014/main" id="{8F640DE4-BDDC-1AA8-A55A-C1D20A6FEC2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63D3927-6D31-44AF-BE30-A263D47D74C7}" type="slidenum">
              <a:rPr lang="en-US" altLang="en-US"/>
              <a:pPr eaLnBrk="1" hangingPunct="1"/>
              <a:t>49</a:t>
            </a:fld>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a:extLst>
              <a:ext uri="{FF2B5EF4-FFF2-40B4-BE49-F238E27FC236}">
                <a16:creationId xmlns:a16="http://schemas.microsoft.com/office/drawing/2014/main" id="{D2487B41-AE3E-2FE4-23A6-7C6CAB3827B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2947" name="Notes Placeholder 2">
            <a:extLst>
              <a:ext uri="{FF2B5EF4-FFF2-40B4-BE49-F238E27FC236}">
                <a16:creationId xmlns:a16="http://schemas.microsoft.com/office/drawing/2014/main" id="{C3E87CDB-959D-708F-A61C-B794BA9AF78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82948" name="Slide Number Placeholder 3">
            <a:extLst>
              <a:ext uri="{FF2B5EF4-FFF2-40B4-BE49-F238E27FC236}">
                <a16:creationId xmlns:a16="http://schemas.microsoft.com/office/drawing/2014/main" id="{B2B1CFE0-4D56-FAB1-EB45-D4E4D2AEA6D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EDEE81C-15F6-479A-A7E1-D0765B1CADE3}" type="slidenum">
              <a:rPr lang="en-US" altLang="en-US"/>
              <a:pPr eaLnBrk="1" hangingPunct="1"/>
              <a:t>50</a:t>
            </a:fld>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a:extLst>
              <a:ext uri="{FF2B5EF4-FFF2-40B4-BE49-F238E27FC236}">
                <a16:creationId xmlns:a16="http://schemas.microsoft.com/office/drawing/2014/main" id="{3E3C27CC-27C9-12A8-A36C-2B12861B32E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971" name="Notes Placeholder 2">
            <a:extLst>
              <a:ext uri="{FF2B5EF4-FFF2-40B4-BE49-F238E27FC236}">
                <a16:creationId xmlns:a16="http://schemas.microsoft.com/office/drawing/2014/main" id="{05F0E324-B914-981D-D4FA-420E2B46710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83972" name="Slide Number Placeholder 3">
            <a:extLst>
              <a:ext uri="{FF2B5EF4-FFF2-40B4-BE49-F238E27FC236}">
                <a16:creationId xmlns:a16="http://schemas.microsoft.com/office/drawing/2014/main" id="{3FF663AC-8533-3CD7-2C9D-2D1F76B7418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EBB8333-EAE8-41E6-B0A5-1378CF1B5720}" type="slidenum">
              <a:rPr lang="en-US" altLang="en-US"/>
              <a:pPr eaLnBrk="1" hangingPunct="1"/>
              <a:t>51</a:t>
            </a:fld>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a:extLst>
              <a:ext uri="{FF2B5EF4-FFF2-40B4-BE49-F238E27FC236}">
                <a16:creationId xmlns:a16="http://schemas.microsoft.com/office/drawing/2014/main" id="{C7BC61D6-421D-E8C0-7F66-EC6302DA938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5" name="Notes Placeholder 2">
            <a:extLst>
              <a:ext uri="{FF2B5EF4-FFF2-40B4-BE49-F238E27FC236}">
                <a16:creationId xmlns:a16="http://schemas.microsoft.com/office/drawing/2014/main" id="{BEBFCE4F-BF53-DE8C-6DEE-20DBB8675FC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84996" name="Slide Number Placeholder 3">
            <a:extLst>
              <a:ext uri="{FF2B5EF4-FFF2-40B4-BE49-F238E27FC236}">
                <a16:creationId xmlns:a16="http://schemas.microsoft.com/office/drawing/2014/main" id="{13388A6B-161C-C919-0AEB-114A737AD40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2DB5F94-314B-46DE-BC3E-C600ECE78958}" type="slidenum">
              <a:rPr lang="en-US" altLang="en-US"/>
              <a:pPr eaLnBrk="1" hangingPunct="1"/>
              <a:t>52</a:t>
            </a:fld>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a:extLst>
              <a:ext uri="{FF2B5EF4-FFF2-40B4-BE49-F238E27FC236}">
                <a16:creationId xmlns:a16="http://schemas.microsoft.com/office/drawing/2014/main" id="{0A240BC9-D70C-6655-E9BD-0658012D1ED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019" name="Notes Placeholder 2">
            <a:extLst>
              <a:ext uri="{FF2B5EF4-FFF2-40B4-BE49-F238E27FC236}">
                <a16:creationId xmlns:a16="http://schemas.microsoft.com/office/drawing/2014/main" id="{F383573E-F0DD-C137-3829-BAB89275024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86020" name="Slide Number Placeholder 3">
            <a:extLst>
              <a:ext uri="{FF2B5EF4-FFF2-40B4-BE49-F238E27FC236}">
                <a16:creationId xmlns:a16="http://schemas.microsoft.com/office/drawing/2014/main" id="{BEF229E7-6C93-8202-F1C8-5DFEF4E9DFD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E10540B-6874-4B95-A298-D5B915AB2F2C}" type="slidenum">
              <a:rPr lang="en-US" altLang="en-US"/>
              <a:pPr eaLnBrk="1" hangingPunct="1"/>
              <a:t>53</a:t>
            </a:fld>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a:extLst>
              <a:ext uri="{FF2B5EF4-FFF2-40B4-BE49-F238E27FC236}">
                <a16:creationId xmlns:a16="http://schemas.microsoft.com/office/drawing/2014/main" id="{7F1A5ABB-0D97-E16A-B4DE-BD7D69397AC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3" name="Notes Placeholder 2">
            <a:extLst>
              <a:ext uri="{FF2B5EF4-FFF2-40B4-BE49-F238E27FC236}">
                <a16:creationId xmlns:a16="http://schemas.microsoft.com/office/drawing/2014/main" id="{F4D57058-F954-5D14-B702-9921B19F168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87044" name="Slide Number Placeholder 3">
            <a:extLst>
              <a:ext uri="{FF2B5EF4-FFF2-40B4-BE49-F238E27FC236}">
                <a16:creationId xmlns:a16="http://schemas.microsoft.com/office/drawing/2014/main" id="{4BBD5693-46C0-7DAB-FCC8-92C30FAFFCC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4446A99-1F66-435C-AA97-7334C3EDC889}" type="slidenum">
              <a:rPr lang="en-US" altLang="en-US"/>
              <a:pPr eaLnBrk="1" hangingPunct="1"/>
              <a:t>54</a:t>
            </a:fld>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a:extLst>
              <a:ext uri="{FF2B5EF4-FFF2-40B4-BE49-F238E27FC236}">
                <a16:creationId xmlns:a16="http://schemas.microsoft.com/office/drawing/2014/main" id="{B144297A-EA46-E118-FE52-6FB8965D5E9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8067" name="Notes Placeholder 2">
            <a:extLst>
              <a:ext uri="{FF2B5EF4-FFF2-40B4-BE49-F238E27FC236}">
                <a16:creationId xmlns:a16="http://schemas.microsoft.com/office/drawing/2014/main" id="{530070FB-57AE-FA2E-D5C4-A572F143EA1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88068" name="Slide Number Placeholder 3">
            <a:extLst>
              <a:ext uri="{FF2B5EF4-FFF2-40B4-BE49-F238E27FC236}">
                <a16:creationId xmlns:a16="http://schemas.microsoft.com/office/drawing/2014/main" id="{06886F72-7820-2DB6-28B2-B75A42ED43F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095799E-F4BF-4C03-8CE7-F6818BBA68EA}" type="slidenum">
              <a:rPr lang="en-US" altLang="en-US"/>
              <a:pPr eaLnBrk="1" hangingPunct="1"/>
              <a:t>55</a:t>
            </a:fld>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a:extLst>
              <a:ext uri="{FF2B5EF4-FFF2-40B4-BE49-F238E27FC236}">
                <a16:creationId xmlns:a16="http://schemas.microsoft.com/office/drawing/2014/main" id="{359AB4DA-610E-B52F-21F3-FCFBE9A4DC9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Notes Placeholder 2">
            <a:extLst>
              <a:ext uri="{FF2B5EF4-FFF2-40B4-BE49-F238E27FC236}">
                <a16:creationId xmlns:a16="http://schemas.microsoft.com/office/drawing/2014/main" id="{F463CC04-4D85-8B83-834B-ABA0520B3C1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89092" name="Slide Number Placeholder 3">
            <a:extLst>
              <a:ext uri="{FF2B5EF4-FFF2-40B4-BE49-F238E27FC236}">
                <a16:creationId xmlns:a16="http://schemas.microsoft.com/office/drawing/2014/main" id="{39B1F3A7-A8FE-EE7E-436A-C80E7473DD2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3BF0EC5-F708-47DB-B357-0F04C11608F8}" type="slidenum">
              <a:rPr lang="en-US" altLang="en-US"/>
              <a:pPr eaLnBrk="1" hangingPunct="1"/>
              <a:t>56</a:t>
            </a:fld>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Image Placeholder 1">
            <a:extLst>
              <a:ext uri="{FF2B5EF4-FFF2-40B4-BE49-F238E27FC236}">
                <a16:creationId xmlns:a16="http://schemas.microsoft.com/office/drawing/2014/main" id="{1D25F5DE-107B-0323-50F2-7B6A7ED7CCB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0115" name="Notes Placeholder 2">
            <a:extLst>
              <a:ext uri="{FF2B5EF4-FFF2-40B4-BE49-F238E27FC236}">
                <a16:creationId xmlns:a16="http://schemas.microsoft.com/office/drawing/2014/main" id="{5F7E4027-FD15-88C2-AF60-2AFA7EBBE08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90116" name="Slide Number Placeholder 3">
            <a:extLst>
              <a:ext uri="{FF2B5EF4-FFF2-40B4-BE49-F238E27FC236}">
                <a16:creationId xmlns:a16="http://schemas.microsoft.com/office/drawing/2014/main" id="{1A53D159-7B73-8F5D-F7C6-A60E2069EFF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B67DC98-BB34-4A29-A590-ACB14EA9CC40}" type="slidenum">
              <a:rPr lang="en-US" altLang="en-US"/>
              <a:pPr eaLnBrk="1" hangingPunct="1"/>
              <a:t>57</a:t>
            </a:fld>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Image Placeholder 1">
            <a:extLst>
              <a:ext uri="{FF2B5EF4-FFF2-40B4-BE49-F238E27FC236}">
                <a16:creationId xmlns:a16="http://schemas.microsoft.com/office/drawing/2014/main" id="{A1C76FCA-8618-EBA6-65DF-70290B090DA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1139" name="Notes Placeholder 2">
            <a:extLst>
              <a:ext uri="{FF2B5EF4-FFF2-40B4-BE49-F238E27FC236}">
                <a16:creationId xmlns:a16="http://schemas.microsoft.com/office/drawing/2014/main" id="{2739AAC2-6B60-96D8-7079-CC54EECB404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91140" name="Slide Number Placeholder 3">
            <a:extLst>
              <a:ext uri="{FF2B5EF4-FFF2-40B4-BE49-F238E27FC236}">
                <a16:creationId xmlns:a16="http://schemas.microsoft.com/office/drawing/2014/main" id="{CC8F990B-8B52-C53C-6754-CFA0A8E0339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EE8801C-DA6A-4E67-8056-F800F044A753}" type="slidenum">
              <a:rPr lang="en-US" altLang="en-US"/>
              <a:pPr eaLnBrk="1" hangingPunct="1"/>
              <a:t>58</a:t>
            </a:fld>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Image Placeholder 1">
            <a:extLst>
              <a:ext uri="{FF2B5EF4-FFF2-40B4-BE49-F238E27FC236}">
                <a16:creationId xmlns:a16="http://schemas.microsoft.com/office/drawing/2014/main" id="{809FECF1-93C9-F295-5CE5-8FB2A376A2D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63" name="Notes Placeholder 2">
            <a:extLst>
              <a:ext uri="{FF2B5EF4-FFF2-40B4-BE49-F238E27FC236}">
                <a16:creationId xmlns:a16="http://schemas.microsoft.com/office/drawing/2014/main" id="{0981FF3C-7A73-CEA3-6517-95640A19962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92164" name="Slide Number Placeholder 3">
            <a:extLst>
              <a:ext uri="{FF2B5EF4-FFF2-40B4-BE49-F238E27FC236}">
                <a16:creationId xmlns:a16="http://schemas.microsoft.com/office/drawing/2014/main" id="{12653CBD-4D16-4522-7AC8-3D95D557D2C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3CF422C-71E7-4061-AF53-2BC46E80D644}" type="slidenum">
              <a:rPr lang="en-US" altLang="en-US"/>
              <a:pPr eaLnBrk="1" hangingPunct="1"/>
              <a:t>59</a:t>
            </a:fld>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a:extLst>
              <a:ext uri="{FF2B5EF4-FFF2-40B4-BE49-F238E27FC236}">
                <a16:creationId xmlns:a16="http://schemas.microsoft.com/office/drawing/2014/main" id="{DE02B789-D7B1-7450-C428-BB289B31C57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3187" name="Notes Placeholder 2">
            <a:extLst>
              <a:ext uri="{FF2B5EF4-FFF2-40B4-BE49-F238E27FC236}">
                <a16:creationId xmlns:a16="http://schemas.microsoft.com/office/drawing/2014/main" id="{D502D017-3D16-1526-8994-FC0451B24E5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93188" name="Slide Number Placeholder 3">
            <a:extLst>
              <a:ext uri="{FF2B5EF4-FFF2-40B4-BE49-F238E27FC236}">
                <a16:creationId xmlns:a16="http://schemas.microsoft.com/office/drawing/2014/main" id="{621F0BBD-5D57-33D1-59F5-FA73C0DB28B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9B034B4-3963-4B68-AC52-64F1511BA478}" type="slidenum">
              <a:rPr lang="en-US" altLang="en-US"/>
              <a:pPr eaLnBrk="1" hangingPunct="1"/>
              <a:t>60</a:t>
            </a:fld>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Image Placeholder 1">
            <a:extLst>
              <a:ext uri="{FF2B5EF4-FFF2-40B4-BE49-F238E27FC236}">
                <a16:creationId xmlns:a16="http://schemas.microsoft.com/office/drawing/2014/main" id="{8C94CCE7-FC49-4883-2CF0-C810150EDDB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4211" name="Notes Placeholder 2">
            <a:extLst>
              <a:ext uri="{FF2B5EF4-FFF2-40B4-BE49-F238E27FC236}">
                <a16:creationId xmlns:a16="http://schemas.microsoft.com/office/drawing/2014/main" id="{6BA23A03-7C8F-E045-EFFD-B5B374CF139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94212" name="Slide Number Placeholder 3">
            <a:extLst>
              <a:ext uri="{FF2B5EF4-FFF2-40B4-BE49-F238E27FC236}">
                <a16:creationId xmlns:a16="http://schemas.microsoft.com/office/drawing/2014/main" id="{E78BAFF3-3121-4F4C-C13E-A9B75D6133C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71879F7-996E-4197-9C18-D47B8E043807}" type="slidenum">
              <a:rPr lang="en-US" altLang="en-US"/>
              <a:pPr eaLnBrk="1" hangingPunct="1"/>
              <a:t>61</a:t>
            </a:fld>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a:extLst>
              <a:ext uri="{FF2B5EF4-FFF2-40B4-BE49-F238E27FC236}">
                <a16:creationId xmlns:a16="http://schemas.microsoft.com/office/drawing/2014/main" id="{BFA4F24B-343B-F8B6-D6F9-BDA72B3EF4D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5235" name="Notes Placeholder 2">
            <a:extLst>
              <a:ext uri="{FF2B5EF4-FFF2-40B4-BE49-F238E27FC236}">
                <a16:creationId xmlns:a16="http://schemas.microsoft.com/office/drawing/2014/main" id="{E41AF101-4037-B430-4FDD-57B96FBE98D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95236" name="Slide Number Placeholder 3">
            <a:extLst>
              <a:ext uri="{FF2B5EF4-FFF2-40B4-BE49-F238E27FC236}">
                <a16:creationId xmlns:a16="http://schemas.microsoft.com/office/drawing/2014/main" id="{EBE8A43D-7C33-4A53-3DE3-809E34816DF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A49EE13-3461-434F-8631-F98C36C60F91}" type="slidenum">
              <a:rPr lang="en-US" altLang="en-US"/>
              <a:pPr eaLnBrk="1" hangingPunct="1"/>
              <a:t>62</a:t>
            </a:fld>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Image Placeholder 1">
            <a:extLst>
              <a:ext uri="{FF2B5EF4-FFF2-40B4-BE49-F238E27FC236}">
                <a16:creationId xmlns:a16="http://schemas.microsoft.com/office/drawing/2014/main" id="{01A3E5F2-8103-0FA7-3307-91545D7C215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6259" name="Notes Placeholder 2">
            <a:extLst>
              <a:ext uri="{FF2B5EF4-FFF2-40B4-BE49-F238E27FC236}">
                <a16:creationId xmlns:a16="http://schemas.microsoft.com/office/drawing/2014/main" id="{E7F90CE4-5CA9-7763-6BD2-804C89C4876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96260" name="Slide Number Placeholder 3">
            <a:extLst>
              <a:ext uri="{FF2B5EF4-FFF2-40B4-BE49-F238E27FC236}">
                <a16:creationId xmlns:a16="http://schemas.microsoft.com/office/drawing/2014/main" id="{BE3C86CF-B137-AD97-6DD8-47BCE9350E1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E85E97D-2C7A-4DDF-B2C2-9271007ED41D}" type="slidenum">
              <a:rPr lang="en-US" altLang="en-US"/>
              <a:pPr eaLnBrk="1" hangingPunct="1"/>
              <a:t>63</a:t>
            </a:fld>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Image Placeholder 1">
            <a:extLst>
              <a:ext uri="{FF2B5EF4-FFF2-40B4-BE49-F238E27FC236}">
                <a16:creationId xmlns:a16="http://schemas.microsoft.com/office/drawing/2014/main" id="{D6DC0426-7BFD-D3C6-FAFF-EB4CB56BA5B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7283" name="Notes Placeholder 2">
            <a:extLst>
              <a:ext uri="{FF2B5EF4-FFF2-40B4-BE49-F238E27FC236}">
                <a16:creationId xmlns:a16="http://schemas.microsoft.com/office/drawing/2014/main" id="{C7F262FB-C5F5-FDAA-665F-E0423602A30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97284" name="Slide Number Placeholder 3">
            <a:extLst>
              <a:ext uri="{FF2B5EF4-FFF2-40B4-BE49-F238E27FC236}">
                <a16:creationId xmlns:a16="http://schemas.microsoft.com/office/drawing/2014/main" id="{23783171-6F30-1E5A-F572-09E010A6588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0EC2799-BA76-4DB4-A39F-0F0C9590D78E}" type="slidenum">
              <a:rPr lang="en-US" altLang="en-US"/>
              <a:pPr eaLnBrk="1" hangingPunct="1"/>
              <a:t>64</a:t>
            </a:fld>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Image Placeholder 1">
            <a:extLst>
              <a:ext uri="{FF2B5EF4-FFF2-40B4-BE49-F238E27FC236}">
                <a16:creationId xmlns:a16="http://schemas.microsoft.com/office/drawing/2014/main" id="{AB34EE38-FCEA-CFD5-150E-AF7FB382222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8307" name="Notes Placeholder 2">
            <a:extLst>
              <a:ext uri="{FF2B5EF4-FFF2-40B4-BE49-F238E27FC236}">
                <a16:creationId xmlns:a16="http://schemas.microsoft.com/office/drawing/2014/main" id="{E14CBB95-BFAC-026C-AA9B-F7F7913C5A2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98308" name="Slide Number Placeholder 3">
            <a:extLst>
              <a:ext uri="{FF2B5EF4-FFF2-40B4-BE49-F238E27FC236}">
                <a16:creationId xmlns:a16="http://schemas.microsoft.com/office/drawing/2014/main" id="{2396C5C0-07EE-4E69-EBBE-2D6CB0BF856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C22CA58-8D73-40A9-900A-262367E5C759}" type="slidenum">
              <a:rPr lang="en-US" altLang="en-US"/>
              <a:pPr eaLnBrk="1" hangingPunct="1"/>
              <a:t>65</a:t>
            </a:fld>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lide Image Placeholder 1">
            <a:extLst>
              <a:ext uri="{FF2B5EF4-FFF2-40B4-BE49-F238E27FC236}">
                <a16:creationId xmlns:a16="http://schemas.microsoft.com/office/drawing/2014/main" id="{74EE40A4-ECD6-8395-D521-22E6FC237A1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9331" name="Notes Placeholder 2">
            <a:extLst>
              <a:ext uri="{FF2B5EF4-FFF2-40B4-BE49-F238E27FC236}">
                <a16:creationId xmlns:a16="http://schemas.microsoft.com/office/drawing/2014/main" id="{1F231511-B0B9-F340-F574-1E6063FC389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99332" name="Slide Number Placeholder 3">
            <a:extLst>
              <a:ext uri="{FF2B5EF4-FFF2-40B4-BE49-F238E27FC236}">
                <a16:creationId xmlns:a16="http://schemas.microsoft.com/office/drawing/2014/main" id="{84B6D32A-5BCE-6D9B-7B27-474C1515928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489F198-DCF2-4468-A502-30C1C4C800E6}" type="slidenum">
              <a:rPr lang="en-US" altLang="en-US"/>
              <a:pPr eaLnBrk="1" hangingPunct="1"/>
              <a:t>66</a:t>
            </a:fld>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a:extLst>
              <a:ext uri="{FF2B5EF4-FFF2-40B4-BE49-F238E27FC236}">
                <a16:creationId xmlns:a16="http://schemas.microsoft.com/office/drawing/2014/main" id="{6D055558-8EA5-3DA4-EE1F-8CB2B7790B1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0355" name="Notes Placeholder 2">
            <a:extLst>
              <a:ext uri="{FF2B5EF4-FFF2-40B4-BE49-F238E27FC236}">
                <a16:creationId xmlns:a16="http://schemas.microsoft.com/office/drawing/2014/main" id="{433EE548-73A0-2EBB-BC35-F133AF30A01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00356" name="Slide Number Placeholder 3">
            <a:extLst>
              <a:ext uri="{FF2B5EF4-FFF2-40B4-BE49-F238E27FC236}">
                <a16:creationId xmlns:a16="http://schemas.microsoft.com/office/drawing/2014/main" id="{9F9C677D-5D16-BCD9-D1F7-9C5019E43BF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97D6873-8C84-4D40-A900-99163E665AAF}" type="slidenum">
              <a:rPr lang="en-US" altLang="en-US"/>
              <a:pPr eaLnBrk="1" hangingPunct="1"/>
              <a:t>67</a:t>
            </a:fld>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a:extLst>
              <a:ext uri="{FF2B5EF4-FFF2-40B4-BE49-F238E27FC236}">
                <a16:creationId xmlns:a16="http://schemas.microsoft.com/office/drawing/2014/main" id="{2D963600-1FE9-8B96-CC3F-E122775C420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1379" name="Notes Placeholder 2">
            <a:extLst>
              <a:ext uri="{FF2B5EF4-FFF2-40B4-BE49-F238E27FC236}">
                <a16:creationId xmlns:a16="http://schemas.microsoft.com/office/drawing/2014/main" id="{B122209B-114A-D4FE-E1AC-FF1BB9956E8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01380" name="Slide Number Placeholder 3">
            <a:extLst>
              <a:ext uri="{FF2B5EF4-FFF2-40B4-BE49-F238E27FC236}">
                <a16:creationId xmlns:a16="http://schemas.microsoft.com/office/drawing/2014/main" id="{45A751B3-44C7-31AC-0452-EEC8787262E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6E716FF-DFDA-4D4F-8A1E-4A613C80ADE5}" type="slidenum">
              <a:rPr lang="en-US" altLang="en-US"/>
              <a:pPr eaLnBrk="1" hangingPunct="1"/>
              <a:t>68</a:t>
            </a:fld>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lide Image Placeholder 1">
            <a:extLst>
              <a:ext uri="{FF2B5EF4-FFF2-40B4-BE49-F238E27FC236}">
                <a16:creationId xmlns:a16="http://schemas.microsoft.com/office/drawing/2014/main" id="{E61727C8-221B-1F35-672F-080E5555727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03" name="Notes Placeholder 2">
            <a:extLst>
              <a:ext uri="{FF2B5EF4-FFF2-40B4-BE49-F238E27FC236}">
                <a16:creationId xmlns:a16="http://schemas.microsoft.com/office/drawing/2014/main" id="{7963FC72-DE3C-DE34-5EAD-C0D14455AA5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02404" name="Slide Number Placeholder 3">
            <a:extLst>
              <a:ext uri="{FF2B5EF4-FFF2-40B4-BE49-F238E27FC236}">
                <a16:creationId xmlns:a16="http://schemas.microsoft.com/office/drawing/2014/main" id="{98D1F345-2F22-0FAA-A6CA-EECBF786FBA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2325028-85EE-4B1D-953A-3C8D0E25D68B}" type="slidenum">
              <a:rPr lang="en-US" altLang="en-US"/>
              <a:pPr eaLnBrk="1" hangingPunct="1"/>
              <a:t>69</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0409124B-BA66-99C5-0EEE-E5141D88D719}"/>
              </a:ext>
            </a:extLst>
          </p:cNvPr>
          <p:cNvSpPr>
            <a:spLocks noGrp="1"/>
          </p:cNvSpPr>
          <p:nvPr>
            <p:ph type="dt" sz="half" idx="10"/>
          </p:nvPr>
        </p:nvSpPr>
        <p:spPr/>
        <p:txBody>
          <a:bodyPr/>
          <a:lstStyle>
            <a:lvl1pPr>
              <a:defRPr/>
            </a:lvl1pPr>
          </a:lstStyle>
          <a:p>
            <a:pPr>
              <a:defRPr/>
            </a:pPr>
            <a:fld id="{7D7E5242-9F17-4A1B-90DD-CFE0A413162D}" type="datetimeFigureOut">
              <a:rPr lang="en-US"/>
              <a:pPr>
                <a:defRPr/>
              </a:pPr>
              <a:t>6/2/2026</a:t>
            </a:fld>
            <a:endParaRPr lang="en-US"/>
          </a:p>
        </p:txBody>
      </p:sp>
      <p:sp>
        <p:nvSpPr>
          <p:cNvPr id="5" name="Footer Placeholder 4">
            <a:extLst>
              <a:ext uri="{FF2B5EF4-FFF2-40B4-BE49-F238E27FC236}">
                <a16:creationId xmlns:a16="http://schemas.microsoft.com/office/drawing/2014/main" id="{1B983106-AAAE-BBED-788D-6CA729A215A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54903AE0-20AA-B865-3DC8-EB07FFEECEFD}"/>
              </a:ext>
            </a:extLst>
          </p:cNvPr>
          <p:cNvSpPr>
            <a:spLocks noGrp="1"/>
          </p:cNvSpPr>
          <p:nvPr>
            <p:ph type="sldNum" sz="quarter" idx="12"/>
          </p:nvPr>
        </p:nvSpPr>
        <p:spPr/>
        <p:txBody>
          <a:bodyPr/>
          <a:lstStyle>
            <a:lvl1pPr>
              <a:defRPr/>
            </a:lvl1pPr>
          </a:lstStyle>
          <a:p>
            <a:fld id="{B17ACF12-1094-4315-928C-E0AC805F43E4}" type="slidenum">
              <a:rPr lang="en-US" altLang="en-US"/>
              <a:pPr/>
              <a:t>‹#›</a:t>
            </a:fld>
            <a:endParaRPr lang="en-US" altLang="en-US"/>
          </a:p>
        </p:txBody>
      </p:sp>
    </p:spTree>
    <p:extLst>
      <p:ext uri="{BB962C8B-B14F-4D97-AF65-F5344CB8AC3E}">
        <p14:creationId xmlns:p14="http://schemas.microsoft.com/office/powerpoint/2010/main" val="37588132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58215C-30E8-3117-3A06-1CFEB33D3B22}"/>
              </a:ext>
            </a:extLst>
          </p:cNvPr>
          <p:cNvSpPr>
            <a:spLocks noGrp="1"/>
          </p:cNvSpPr>
          <p:nvPr>
            <p:ph type="dt" sz="half" idx="10"/>
          </p:nvPr>
        </p:nvSpPr>
        <p:spPr/>
        <p:txBody>
          <a:bodyPr/>
          <a:lstStyle>
            <a:lvl1pPr>
              <a:defRPr/>
            </a:lvl1pPr>
          </a:lstStyle>
          <a:p>
            <a:pPr>
              <a:defRPr/>
            </a:pPr>
            <a:fld id="{6062CA92-DE02-48F4-82C8-A88B9B76DB7B}" type="datetimeFigureOut">
              <a:rPr lang="en-US"/>
              <a:pPr>
                <a:defRPr/>
              </a:pPr>
              <a:t>6/2/2026</a:t>
            </a:fld>
            <a:endParaRPr lang="en-US"/>
          </a:p>
        </p:txBody>
      </p:sp>
      <p:sp>
        <p:nvSpPr>
          <p:cNvPr id="5" name="Footer Placeholder 4">
            <a:extLst>
              <a:ext uri="{FF2B5EF4-FFF2-40B4-BE49-F238E27FC236}">
                <a16:creationId xmlns:a16="http://schemas.microsoft.com/office/drawing/2014/main" id="{9334B08F-03F9-03DD-A415-8302987FD76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7EC50989-D096-7571-4BFD-D06E6BAB61FB}"/>
              </a:ext>
            </a:extLst>
          </p:cNvPr>
          <p:cNvSpPr>
            <a:spLocks noGrp="1"/>
          </p:cNvSpPr>
          <p:nvPr>
            <p:ph type="sldNum" sz="quarter" idx="12"/>
          </p:nvPr>
        </p:nvSpPr>
        <p:spPr/>
        <p:txBody>
          <a:bodyPr/>
          <a:lstStyle>
            <a:lvl1pPr>
              <a:defRPr/>
            </a:lvl1pPr>
          </a:lstStyle>
          <a:p>
            <a:fld id="{9E642D5E-C4BC-4C96-9568-848EC4E6B264}" type="slidenum">
              <a:rPr lang="en-US" altLang="en-US"/>
              <a:pPr/>
              <a:t>‹#›</a:t>
            </a:fld>
            <a:endParaRPr lang="en-US" altLang="en-US"/>
          </a:p>
        </p:txBody>
      </p:sp>
    </p:spTree>
    <p:extLst>
      <p:ext uri="{BB962C8B-B14F-4D97-AF65-F5344CB8AC3E}">
        <p14:creationId xmlns:p14="http://schemas.microsoft.com/office/powerpoint/2010/main" val="36454112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1595990-3B2D-DE99-A819-450607E6D0CB}"/>
              </a:ext>
            </a:extLst>
          </p:cNvPr>
          <p:cNvSpPr>
            <a:spLocks noGrp="1"/>
          </p:cNvSpPr>
          <p:nvPr>
            <p:ph type="dt" sz="half" idx="10"/>
          </p:nvPr>
        </p:nvSpPr>
        <p:spPr/>
        <p:txBody>
          <a:bodyPr/>
          <a:lstStyle>
            <a:lvl1pPr>
              <a:defRPr/>
            </a:lvl1pPr>
          </a:lstStyle>
          <a:p>
            <a:pPr>
              <a:defRPr/>
            </a:pPr>
            <a:fld id="{3DAF5C81-8E2E-4B71-812D-E746E810DA22}" type="datetimeFigureOut">
              <a:rPr lang="en-US"/>
              <a:pPr>
                <a:defRPr/>
              </a:pPr>
              <a:t>6/2/2026</a:t>
            </a:fld>
            <a:endParaRPr lang="en-US"/>
          </a:p>
        </p:txBody>
      </p:sp>
      <p:sp>
        <p:nvSpPr>
          <p:cNvPr id="5" name="Footer Placeholder 4">
            <a:extLst>
              <a:ext uri="{FF2B5EF4-FFF2-40B4-BE49-F238E27FC236}">
                <a16:creationId xmlns:a16="http://schemas.microsoft.com/office/drawing/2014/main" id="{571A19E0-2B1C-188B-F16C-FE0F5CD8AE4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FA3C90C6-E5D5-E030-DCD9-69E2F0BA7FF9}"/>
              </a:ext>
            </a:extLst>
          </p:cNvPr>
          <p:cNvSpPr>
            <a:spLocks noGrp="1"/>
          </p:cNvSpPr>
          <p:nvPr>
            <p:ph type="sldNum" sz="quarter" idx="12"/>
          </p:nvPr>
        </p:nvSpPr>
        <p:spPr/>
        <p:txBody>
          <a:bodyPr/>
          <a:lstStyle>
            <a:lvl1pPr>
              <a:defRPr/>
            </a:lvl1pPr>
          </a:lstStyle>
          <a:p>
            <a:fld id="{EB67752B-A4FE-4A17-BE72-411BBC395E35}" type="slidenum">
              <a:rPr lang="en-US" altLang="en-US"/>
              <a:pPr/>
              <a:t>‹#›</a:t>
            </a:fld>
            <a:endParaRPr lang="en-US" altLang="en-US"/>
          </a:p>
        </p:txBody>
      </p:sp>
    </p:spTree>
    <p:extLst>
      <p:ext uri="{BB962C8B-B14F-4D97-AF65-F5344CB8AC3E}">
        <p14:creationId xmlns:p14="http://schemas.microsoft.com/office/powerpoint/2010/main" val="616650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DD3B1E68-68B0-BC73-138F-2AC6EA283CC7}"/>
              </a:ext>
            </a:extLst>
          </p:cNvPr>
          <p:cNvSpPr>
            <a:spLocks noGrp="1"/>
          </p:cNvSpPr>
          <p:nvPr>
            <p:ph type="dt" sz="half" idx="10"/>
          </p:nvPr>
        </p:nvSpPr>
        <p:spPr/>
        <p:txBody>
          <a:bodyPr/>
          <a:lstStyle>
            <a:lvl1pPr>
              <a:defRPr/>
            </a:lvl1pPr>
          </a:lstStyle>
          <a:p>
            <a:pPr>
              <a:defRPr/>
            </a:pPr>
            <a:fld id="{4AAF87D7-0CD8-4A5B-9483-C08305EF0F76}" type="datetimeFigureOut">
              <a:rPr lang="en-US"/>
              <a:pPr>
                <a:defRPr/>
              </a:pPr>
              <a:t>6/2/2026</a:t>
            </a:fld>
            <a:endParaRPr lang="en-US"/>
          </a:p>
        </p:txBody>
      </p:sp>
      <p:sp>
        <p:nvSpPr>
          <p:cNvPr id="6" name="Footer Placeholder 4">
            <a:extLst>
              <a:ext uri="{FF2B5EF4-FFF2-40B4-BE49-F238E27FC236}">
                <a16:creationId xmlns:a16="http://schemas.microsoft.com/office/drawing/2014/main" id="{F8EC2689-88F6-9297-645D-453F384A0FAB}"/>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F2E352DC-F77C-EFD1-2809-65C5042A55BC}"/>
              </a:ext>
            </a:extLst>
          </p:cNvPr>
          <p:cNvSpPr>
            <a:spLocks noGrp="1"/>
          </p:cNvSpPr>
          <p:nvPr>
            <p:ph type="sldNum" sz="quarter" idx="12"/>
          </p:nvPr>
        </p:nvSpPr>
        <p:spPr/>
        <p:txBody>
          <a:bodyPr/>
          <a:lstStyle>
            <a:lvl1pPr>
              <a:defRPr/>
            </a:lvl1pPr>
          </a:lstStyle>
          <a:p>
            <a:fld id="{2632EB9E-FC58-429E-AD43-95D2BA579444}" type="slidenum">
              <a:rPr lang="en-US" altLang="en-US"/>
              <a:pPr/>
              <a:t>‹#›</a:t>
            </a:fld>
            <a:endParaRPr lang="en-US" altLang="en-US"/>
          </a:p>
        </p:txBody>
      </p:sp>
    </p:spTree>
    <p:extLst>
      <p:ext uri="{BB962C8B-B14F-4D97-AF65-F5344CB8AC3E}">
        <p14:creationId xmlns:p14="http://schemas.microsoft.com/office/powerpoint/2010/main" val="24087449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22C202C3-D8E1-D560-8C12-348A110B4271}"/>
              </a:ext>
            </a:extLst>
          </p:cNvPr>
          <p:cNvSpPr>
            <a:spLocks noGrp="1"/>
          </p:cNvSpPr>
          <p:nvPr>
            <p:ph type="dt" sz="half" idx="10"/>
          </p:nvPr>
        </p:nvSpPr>
        <p:spPr/>
        <p:txBody>
          <a:bodyPr/>
          <a:lstStyle>
            <a:lvl1pPr>
              <a:defRPr/>
            </a:lvl1pPr>
          </a:lstStyle>
          <a:p>
            <a:pPr>
              <a:defRPr/>
            </a:pPr>
            <a:fld id="{83CA89D4-BDEC-47BC-B50F-B84F721CC55B}" type="datetimeFigureOut">
              <a:rPr lang="en-US"/>
              <a:pPr>
                <a:defRPr/>
              </a:pPr>
              <a:t>6/2/2026</a:t>
            </a:fld>
            <a:endParaRPr lang="en-US"/>
          </a:p>
        </p:txBody>
      </p:sp>
      <p:sp>
        <p:nvSpPr>
          <p:cNvPr id="8" name="Footer Placeholder 4">
            <a:extLst>
              <a:ext uri="{FF2B5EF4-FFF2-40B4-BE49-F238E27FC236}">
                <a16:creationId xmlns:a16="http://schemas.microsoft.com/office/drawing/2014/main" id="{D5FB53C8-BF3C-7251-33C9-BEB628A490AB}"/>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C5E40230-606E-E7D3-6750-8C6C7B39B17F}"/>
              </a:ext>
            </a:extLst>
          </p:cNvPr>
          <p:cNvSpPr>
            <a:spLocks noGrp="1"/>
          </p:cNvSpPr>
          <p:nvPr>
            <p:ph type="sldNum" sz="quarter" idx="12"/>
          </p:nvPr>
        </p:nvSpPr>
        <p:spPr/>
        <p:txBody>
          <a:bodyPr/>
          <a:lstStyle>
            <a:lvl1pPr>
              <a:defRPr/>
            </a:lvl1pPr>
          </a:lstStyle>
          <a:p>
            <a:fld id="{DA4C1331-B137-4E49-86C3-37FCFE591766}" type="slidenum">
              <a:rPr lang="en-US" altLang="en-US"/>
              <a:pPr/>
              <a:t>‹#›</a:t>
            </a:fld>
            <a:endParaRPr lang="en-US" altLang="en-US"/>
          </a:p>
        </p:txBody>
      </p:sp>
    </p:spTree>
    <p:extLst>
      <p:ext uri="{BB962C8B-B14F-4D97-AF65-F5344CB8AC3E}">
        <p14:creationId xmlns:p14="http://schemas.microsoft.com/office/powerpoint/2010/main" val="37167462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CE63DB15-299F-5697-BE08-F67D525AFF83}"/>
              </a:ext>
            </a:extLst>
          </p:cNvPr>
          <p:cNvSpPr>
            <a:spLocks noGrp="1"/>
          </p:cNvSpPr>
          <p:nvPr>
            <p:ph type="dt" sz="half" idx="10"/>
          </p:nvPr>
        </p:nvSpPr>
        <p:spPr/>
        <p:txBody>
          <a:bodyPr/>
          <a:lstStyle>
            <a:lvl1pPr>
              <a:defRPr/>
            </a:lvl1pPr>
          </a:lstStyle>
          <a:p>
            <a:pPr>
              <a:defRPr/>
            </a:pPr>
            <a:fld id="{5F99D391-3DAC-4A41-8C9E-B9DF42CC5DAB}" type="datetimeFigureOut">
              <a:rPr lang="en-US"/>
              <a:pPr>
                <a:defRPr/>
              </a:pPr>
              <a:t>6/2/2026</a:t>
            </a:fld>
            <a:endParaRPr lang="en-US"/>
          </a:p>
        </p:txBody>
      </p:sp>
      <p:sp>
        <p:nvSpPr>
          <p:cNvPr id="4" name="Footer Placeholder 4">
            <a:extLst>
              <a:ext uri="{FF2B5EF4-FFF2-40B4-BE49-F238E27FC236}">
                <a16:creationId xmlns:a16="http://schemas.microsoft.com/office/drawing/2014/main" id="{B0CF8C0D-82D6-2DEC-AECD-31E05212DBE4}"/>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AF7202DC-C6F1-59AD-18CD-EB5336220C50}"/>
              </a:ext>
            </a:extLst>
          </p:cNvPr>
          <p:cNvSpPr>
            <a:spLocks noGrp="1"/>
          </p:cNvSpPr>
          <p:nvPr>
            <p:ph type="sldNum" sz="quarter" idx="12"/>
          </p:nvPr>
        </p:nvSpPr>
        <p:spPr/>
        <p:txBody>
          <a:bodyPr/>
          <a:lstStyle>
            <a:lvl1pPr>
              <a:defRPr/>
            </a:lvl1pPr>
          </a:lstStyle>
          <a:p>
            <a:fld id="{DDAB9224-6112-45E5-8233-1014112438D5}" type="slidenum">
              <a:rPr lang="en-US" altLang="en-US"/>
              <a:pPr/>
              <a:t>‹#›</a:t>
            </a:fld>
            <a:endParaRPr lang="en-US" altLang="en-US"/>
          </a:p>
        </p:txBody>
      </p:sp>
    </p:spTree>
    <p:extLst>
      <p:ext uri="{BB962C8B-B14F-4D97-AF65-F5344CB8AC3E}">
        <p14:creationId xmlns:p14="http://schemas.microsoft.com/office/powerpoint/2010/main" val="39444357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62F06A95-8E4C-BCC9-80EE-7A8DA467B650}"/>
              </a:ext>
            </a:extLst>
          </p:cNvPr>
          <p:cNvSpPr>
            <a:spLocks noGrp="1"/>
          </p:cNvSpPr>
          <p:nvPr>
            <p:ph type="dt" sz="half" idx="10"/>
          </p:nvPr>
        </p:nvSpPr>
        <p:spPr/>
        <p:txBody>
          <a:bodyPr/>
          <a:lstStyle>
            <a:lvl1pPr>
              <a:defRPr/>
            </a:lvl1pPr>
          </a:lstStyle>
          <a:p>
            <a:pPr>
              <a:defRPr/>
            </a:pPr>
            <a:fld id="{9BBC644B-B35F-4AFF-9B41-FF66A0AA9593}" type="datetimeFigureOut">
              <a:rPr lang="en-US"/>
              <a:pPr>
                <a:defRPr/>
              </a:pPr>
              <a:t>6/2/2026</a:t>
            </a:fld>
            <a:endParaRPr lang="en-US"/>
          </a:p>
        </p:txBody>
      </p:sp>
      <p:sp>
        <p:nvSpPr>
          <p:cNvPr id="3" name="Footer Placeholder 4">
            <a:extLst>
              <a:ext uri="{FF2B5EF4-FFF2-40B4-BE49-F238E27FC236}">
                <a16:creationId xmlns:a16="http://schemas.microsoft.com/office/drawing/2014/main" id="{EBC9C0E6-468B-7AC1-1024-D5DB8B62C928}"/>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D2812B85-B9BD-4D5D-0DB1-31BCF3FEFCEE}"/>
              </a:ext>
            </a:extLst>
          </p:cNvPr>
          <p:cNvSpPr>
            <a:spLocks noGrp="1"/>
          </p:cNvSpPr>
          <p:nvPr>
            <p:ph type="sldNum" sz="quarter" idx="12"/>
          </p:nvPr>
        </p:nvSpPr>
        <p:spPr/>
        <p:txBody>
          <a:bodyPr/>
          <a:lstStyle>
            <a:lvl1pPr>
              <a:defRPr/>
            </a:lvl1pPr>
          </a:lstStyle>
          <a:p>
            <a:fld id="{F2008785-FD41-4BD6-A2F0-E9C4795D2BF7}" type="slidenum">
              <a:rPr lang="en-US" altLang="en-US"/>
              <a:pPr/>
              <a:t>‹#›</a:t>
            </a:fld>
            <a:endParaRPr lang="en-US" altLang="en-US"/>
          </a:p>
        </p:txBody>
      </p:sp>
    </p:spTree>
    <p:extLst>
      <p:ext uri="{BB962C8B-B14F-4D97-AF65-F5344CB8AC3E}">
        <p14:creationId xmlns:p14="http://schemas.microsoft.com/office/powerpoint/2010/main" val="26615096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DF554E68-8B4D-0C71-7DBD-71DEB1095769}"/>
              </a:ext>
            </a:extLst>
          </p:cNvPr>
          <p:cNvSpPr>
            <a:spLocks noGrp="1"/>
          </p:cNvSpPr>
          <p:nvPr>
            <p:ph type="dt" sz="half" idx="10"/>
          </p:nvPr>
        </p:nvSpPr>
        <p:spPr/>
        <p:txBody>
          <a:bodyPr/>
          <a:lstStyle>
            <a:lvl1pPr>
              <a:defRPr/>
            </a:lvl1pPr>
          </a:lstStyle>
          <a:p>
            <a:pPr>
              <a:defRPr/>
            </a:pPr>
            <a:fld id="{A79D30B3-C87E-4B69-A3E4-C39B5293615C}" type="datetimeFigureOut">
              <a:rPr lang="en-US"/>
              <a:pPr>
                <a:defRPr/>
              </a:pPr>
              <a:t>6/2/2026</a:t>
            </a:fld>
            <a:endParaRPr lang="en-US"/>
          </a:p>
        </p:txBody>
      </p:sp>
      <p:sp>
        <p:nvSpPr>
          <p:cNvPr id="6" name="Footer Placeholder 4">
            <a:extLst>
              <a:ext uri="{FF2B5EF4-FFF2-40B4-BE49-F238E27FC236}">
                <a16:creationId xmlns:a16="http://schemas.microsoft.com/office/drawing/2014/main" id="{6613CEE6-3083-2003-9460-0A61ABE9DB93}"/>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F607936A-E95E-A982-F6B8-C4086C0E1688}"/>
              </a:ext>
            </a:extLst>
          </p:cNvPr>
          <p:cNvSpPr>
            <a:spLocks noGrp="1"/>
          </p:cNvSpPr>
          <p:nvPr>
            <p:ph type="sldNum" sz="quarter" idx="12"/>
          </p:nvPr>
        </p:nvSpPr>
        <p:spPr/>
        <p:txBody>
          <a:bodyPr/>
          <a:lstStyle>
            <a:lvl1pPr>
              <a:defRPr/>
            </a:lvl1pPr>
          </a:lstStyle>
          <a:p>
            <a:fld id="{2CC85B86-36AB-471D-B1CC-AC95B8664444}" type="slidenum">
              <a:rPr lang="en-US" altLang="en-US"/>
              <a:pPr/>
              <a:t>‹#›</a:t>
            </a:fld>
            <a:endParaRPr lang="en-US" altLang="en-US"/>
          </a:p>
        </p:txBody>
      </p:sp>
    </p:spTree>
    <p:extLst>
      <p:ext uri="{BB962C8B-B14F-4D97-AF65-F5344CB8AC3E}">
        <p14:creationId xmlns:p14="http://schemas.microsoft.com/office/powerpoint/2010/main" val="15250310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95D47A76-4694-2874-B86E-73D139192980}"/>
              </a:ext>
            </a:extLst>
          </p:cNvPr>
          <p:cNvSpPr>
            <a:spLocks noGrp="1"/>
          </p:cNvSpPr>
          <p:nvPr>
            <p:ph type="dt" sz="half" idx="10"/>
          </p:nvPr>
        </p:nvSpPr>
        <p:spPr/>
        <p:txBody>
          <a:bodyPr/>
          <a:lstStyle>
            <a:lvl1pPr>
              <a:defRPr/>
            </a:lvl1pPr>
          </a:lstStyle>
          <a:p>
            <a:pPr>
              <a:defRPr/>
            </a:pPr>
            <a:fld id="{393ECD05-9CD7-4114-8671-FD60B3FA36CF}" type="datetimeFigureOut">
              <a:rPr lang="en-US"/>
              <a:pPr>
                <a:defRPr/>
              </a:pPr>
              <a:t>6/2/2026</a:t>
            </a:fld>
            <a:endParaRPr lang="en-US"/>
          </a:p>
        </p:txBody>
      </p:sp>
      <p:sp>
        <p:nvSpPr>
          <p:cNvPr id="6" name="Footer Placeholder 4">
            <a:extLst>
              <a:ext uri="{FF2B5EF4-FFF2-40B4-BE49-F238E27FC236}">
                <a16:creationId xmlns:a16="http://schemas.microsoft.com/office/drawing/2014/main" id="{A701C7E9-1C33-35FC-8B61-CBF23D991FA3}"/>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2653DA5E-D1DF-1FA9-CB35-4B3CB7601D41}"/>
              </a:ext>
            </a:extLst>
          </p:cNvPr>
          <p:cNvSpPr>
            <a:spLocks noGrp="1"/>
          </p:cNvSpPr>
          <p:nvPr>
            <p:ph type="sldNum" sz="quarter" idx="12"/>
          </p:nvPr>
        </p:nvSpPr>
        <p:spPr/>
        <p:txBody>
          <a:bodyPr/>
          <a:lstStyle>
            <a:lvl1pPr>
              <a:defRPr/>
            </a:lvl1pPr>
          </a:lstStyle>
          <a:p>
            <a:fld id="{63567BBF-341A-4DB9-A6D4-8CF86C0D5AAB}" type="slidenum">
              <a:rPr lang="en-US" altLang="en-US"/>
              <a:pPr/>
              <a:t>‹#›</a:t>
            </a:fld>
            <a:endParaRPr lang="en-US" altLang="en-US"/>
          </a:p>
        </p:txBody>
      </p:sp>
    </p:spTree>
    <p:extLst>
      <p:ext uri="{BB962C8B-B14F-4D97-AF65-F5344CB8AC3E}">
        <p14:creationId xmlns:p14="http://schemas.microsoft.com/office/powerpoint/2010/main" val="462051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81A484-45EB-5B53-A94F-AF4BC75E042D}"/>
              </a:ext>
            </a:extLst>
          </p:cNvPr>
          <p:cNvSpPr>
            <a:spLocks noGrp="1"/>
          </p:cNvSpPr>
          <p:nvPr>
            <p:ph type="dt" sz="half" idx="10"/>
          </p:nvPr>
        </p:nvSpPr>
        <p:spPr/>
        <p:txBody>
          <a:bodyPr/>
          <a:lstStyle>
            <a:lvl1pPr>
              <a:defRPr/>
            </a:lvl1pPr>
          </a:lstStyle>
          <a:p>
            <a:pPr>
              <a:defRPr/>
            </a:pPr>
            <a:fld id="{8D065483-9CEB-4C58-8E40-7C49F220718B}" type="datetimeFigureOut">
              <a:rPr lang="en-US"/>
              <a:pPr>
                <a:defRPr/>
              </a:pPr>
              <a:t>6/2/2026</a:t>
            </a:fld>
            <a:endParaRPr lang="en-US"/>
          </a:p>
        </p:txBody>
      </p:sp>
      <p:sp>
        <p:nvSpPr>
          <p:cNvPr id="5" name="Footer Placeholder 4">
            <a:extLst>
              <a:ext uri="{FF2B5EF4-FFF2-40B4-BE49-F238E27FC236}">
                <a16:creationId xmlns:a16="http://schemas.microsoft.com/office/drawing/2014/main" id="{DCC252EC-C3C4-D688-DBF0-0B81999BF814}"/>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21FECEB-7B21-9B06-FFB2-C2BC99550BD3}"/>
              </a:ext>
            </a:extLst>
          </p:cNvPr>
          <p:cNvSpPr>
            <a:spLocks noGrp="1"/>
          </p:cNvSpPr>
          <p:nvPr>
            <p:ph type="sldNum" sz="quarter" idx="12"/>
          </p:nvPr>
        </p:nvSpPr>
        <p:spPr/>
        <p:txBody>
          <a:bodyPr/>
          <a:lstStyle>
            <a:lvl1pPr>
              <a:defRPr/>
            </a:lvl1pPr>
          </a:lstStyle>
          <a:p>
            <a:fld id="{ADACF372-E22D-47D9-B796-3B018322FFFD}" type="slidenum">
              <a:rPr lang="en-US" altLang="en-US"/>
              <a:pPr/>
              <a:t>‹#›</a:t>
            </a:fld>
            <a:endParaRPr lang="en-US" altLang="en-US"/>
          </a:p>
        </p:txBody>
      </p:sp>
    </p:spTree>
    <p:extLst>
      <p:ext uri="{BB962C8B-B14F-4D97-AF65-F5344CB8AC3E}">
        <p14:creationId xmlns:p14="http://schemas.microsoft.com/office/powerpoint/2010/main" val="3410567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44975A-28D5-EAE5-F332-86B62E46D63D}"/>
              </a:ext>
            </a:extLst>
          </p:cNvPr>
          <p:cNvSpPr>
            <a:spLocks noGrp="1"/>
          </p:cNvSpPr>
          <p:nvPr>
            <p:ph type="dt" sz="half" idx="10"/>
          </p:nvPr>
        </p:nvSpPr>
        <p:spPr/>
        <p:txBody>
          <a:bodyPr/>
          <a:lstStyle>
            <a:lvl1pPr>
              <a:defRPr/>
            </a:lvl1pPr>
          </a:lstStyle>
          <a:p>
            <a:pPr>
              <a:defRPr/>
            </a:pPr>
            <a:fld id="{7B97DF96-A487-47C7-B527-555B4855CCCA}" type="datetimeFigureOut">
              <a:rPr lang="en-US"/>
              <a:pPr>
                <a:defRPr/>
              </a:pPr>
              <a:t>6/2/2026</a:t>
            </a:fld>
            <a:endParaRPr lang="en-US"/>
          </a:p>
        </p:txBody>
      </p:sp>
      <p:sp>
        <p:nvSpPr>
          <p:cNvPr id="5" name="Footer Placeholder 4">
            <a:extLst>
              <a:ext uri="{FF2B5EF4-FFF2-40B4-BE49-F238E27FC236}">
                <a16:creationId xmlns:a16="http://schemas.microsoft.com/office/drawing/2014/main" id="{47590436-9586-B7AF-F670-29926C5BA690}"/>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B08177BA-FC83-64F9-C748-C6C83D3C5718}"/>
              </a:ext>
            </a:extLst>
          </p:cNvPr>
          <p:cNvSpPr>
            <a:spLocks noGrp="1"/>
          </p:cNvSpPr>
          <p:nvPr>
            <p:ph type="sldNum" sz="quarter" idx="12"/>
          </p:nvPr>
        </p:nvSpPr>
        <p:spPr/>
        <p:txBody>
          <a:bodyPr/>
          <a:lstStyle>
            <a:lvl1pPr>
              <a:defRPr/>
            </a:lvl1pPr>
          </a:lstStyle>
          <a:p>
            <a:fld id="{96114435-C709-471F-976D-695C12E7992F}" type="slidenum">
              <a:rPr lang="en-US" altLang="en-US"/>
              <a:pPr/>
              <a:t>‹#›</a:t>
            </a:fld>
            <a:endParaRPr lang="en-US" altLang="en-US"/>
          </a:p>
        </p:txBody>
      </p:sp>
    </p:spTree>
    <p:extLst>
      <p:ext uri="{BB962C8B-B14F-4D97-AF65-F5344CB8AC3E}">
        <p14:creationId xmlns:p14="http://schemas.microsoft.com/office/powerpoint/2010/main" val="21443733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F881F5AB-4170-345E-ECF3-D0C43A156276}"/>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31A72938-ACA9-75F7-86BF-46FFD93358A7}"/>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9600C60A-89B8-0CC2-4FC4-8C41FEAD082F}"/>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17D11DD0-2BBB-491E-A575-AC86B1B41431}" type="datetimeFigureOut">
              <a:rPr lang="en-US"/>
              <a:pPr>
                <a:defRPr/>
              </a:pPr>
              <a:t>6/2/2026</a:t>
            </a:fld>
            <a:endParaRPr lang="en-US"/>
          </a:p>
        </p:txBody>
      </p:sp>
      <p:sp>
        <p:nvSpPr>
          <p:cNvPr id="5" name="Footer Placeholder 4">
            <a:extLst>
              <a:ext uri="{FF2B5EF4-FFF2-40B4-BE49-F238E27FC236}">
                <a16:creationId xmlns:a16="http://schemas.microsoft.com/office/drawing/2014/main" id="{30F6C6C7-50C4-BC8B-0872-880E9C2DD7B5}"/>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en-US"/>
          </a:p>
        </p:txBody>
      </p:sp>
      <p:sp>
        <p:nvSpPr>
          <p:cNvPr id="6" name="Slide Number Placeholder 5">
            <a:extLst>
              <a:ext uri="{FF2B5EF4-FFF2-40B4-BE49-F238E27FC236}">
                <a16:creationId xmlns:a16="http://schemas.microsoft.com/office/drawing/2014/main" id="{D08DD2C2-1564-0621-6750-6E5FCD97723A}"/>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fld id="{0C5A1357-454C-425D-BD82-E35E86933B52}"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a:extLst>
              <a:ext uri="{FF2B5EF4-FFF2-40B4-BE49-F238E27FC236}">
                <a16:creationId xmlns:a16="http://schemas.microsoft.com/office/drawing/2014/main" id="{288214BA-7167-89B6-4219-5C67796BCA2F}"/>
              </a:ext>
            </a:extLst>
          </p:cNvPr>
          <p:cNvSpPr>
            <a:spLocks noGrp="1"/>
          </p:cNvSpPr>
          <p:nvPr>
            <p:ph type="ctrTitle"/>
          </p:nvPr>
        </p:nvSpPr>
        <p:spPr>
          <a:xfrm>
            <a:off x="755650" y="115888"/>
            <a:ext cx="7772400" cy="6192837"/>
          </a:xfrm>
        </p:spPr>
        <p:txBody>
          <a:bodyPr/>
          <a:lstStyle/>
          <a:p>
            <a:pPr eaLnBrk="1" hangingPunct="1"/>
            <a:br>
              <a:rPr lang="en-US" altLang="en-US" sz="4800" b="1"/>
            </a:br>
            <a:br>
              <a:rPr lang="en-US" altLang="en-US" sz="4800" b="1"/>
            </a:br>
            <a:r>
              <a:rPr lang="en-US" altLang="en-US" sz="8000"/>
              <a:t>Training Models</a:t>
            </a:r>
            <a:br>
              <a:rPr lang="en-US" altLang="en-US" sz="8000"/>
            </a:br>
            <a:r>
              <a:rPr lang="en-US" altLang="en-US" sz="5400"/>
              <a:t>(Regression)</a:t>
            </a:r>
            <a:br>
              <a:rPr lang="en-US" altLang="en-US" sz="3600"/>
            </a:br>
            <a:br>
              <a:rPr lang="en-US" altLang="en-US" sz="3600"/>
            </a:br>
            <a:br>
              <a:rPr lang="en-US" altLang="en-US" sz="3600"/>
            </a:br>
            <a:r>
              <a:rPr lang="en-US" altLang="en-US" sz="3600"/>
              <a:t>By- Dr. Amit Rathi, Dept of CSE, JUET, Guna</a:t>
            </a:r>
            <a:endParaRPr lang="en-US" altLang="en-US" sz="4800"/>
          </a:p>
        </p:txBody>
      </p:sp>
      <p:sp>
        <p:nvSpPr>
          <p:cNvPr id="3" name="Subtitle 2">
            <a:extLst>
              <a:ext uri="{FF2B5EF4-FFF2-40B4-BE49-F238E27FC236}">
                <a16:creationId xmlns:a16="http://schemas.microsoft.com/office/drawing/2014/main" id="{0FF65D98-B7B6-3A65-424B-B7F55B4F2C47}"/>
              </a:ext>
            </a:extLst>
          </p:cNvPr>
          <p:cNvSpPr>
            <a:spLocks noGrp="1"/>
          </p:cNvSpPr>
          <p:nvPr>
            <p:ph type="subTitle" idx="1"/>
          </p:nvPr>
        </p:nvSpPr>
        <p:spPr/>
        <p:txBody>
          <a:bodyPr rtlCol="0">
            <a:normAutofit/>
          </a:bodyPr>
          <a:lstStyle/>
          <a:p>
            <a:pPr eaLnBrk="1" fontAlgn="auto" hangingPunct="1">
              <a:spcAft>
                <a:spcPts val="0"/>
              </a:spcAft>
              <a:defRPr/>
            </a:pPr>
            <a:r>
              <a:rPr lang="en-US" dirty="0"/>
              <a:t> </a:t>
            </a:r>
          </a:p>
          <a:p>
            <a:pPr eaLnBrk="1" fontAlgn="auto" hangingPunct="1">
              <a:spcAft>
                <a:spcPts val="0"/>
              </a:spcAft>
              <a:defRPr/>
            </a:pPr>
            <a:endParaRPr lang="en-US" dirty="0"/>
          </a:p>
          <a:p>
            <a:pPr eaLnBrk="1" fontAlgn="auto" hangingPunct="1">
              <a:spcAft>
                <a:spcPts val="0"/>
              </a:spcAft>
              <a:defRPr/>
            </a:pP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a:extLst>
              <a:ext uri="{FF2B5EF4-FFF2-40B4-BE49-F238E27FC236}">
                <a16:creationId xmlns:a16="http://schemas.microsoft.com/office/drawing/2014/main" id="{61275546-2E8D-F8B5-19AC-829671297076}"/>
              </a:ext>
            </a:extLst>
          </p:cNvPr>
          <p:cNvSpPr>
            <a:spLocks noGrp="1"/>
          </p:cNvSpPr>
          <p:nvPr>
            <p:ph type="title"/>
          </p:nvPr>
        </p:nvSpPr>
        <p:spPr>
          <a:xfrm>
            <a:off x="468313" y="0"/>
            <a:ext cx="8229600" cy="836613"/>
          </a:xfrm>
        </p:spPr>
        <p:txBody>
          <a:bodyPr/>
          <a:lstStyle/>
          <a:p>
            <a:pPr eaLnBrk="1" hangingPunct="1"/>
            <a:r>
              <a:rPr lang="en-US" altLang="en-US" sz="4800" b="1"/>
              <a:t>Regression</a:t>
            </a:r>
          </a:p>
        </p:txBody>
      </p:sp>
      <p:sp>
        <p:nvSpPr>
          <p:cNvPr id="3075" name="Content Placeholder 2">
            <a:extLst>
              <a:ext uri="{FF2B5EF4-FFF2-40B4-BE49-F238E27FC236}">
                <a16:creationId xmlns:a16="http://schemas.microsoft.com/office/drawing/2014/main" id="{6D731322-9EE0-317E-E4E8-32B294D46895}"/>
              </a:ext>
            </a:extLst>
          </p:cNvPr>
          <p:cNvSpPr>
            <a:spLocks noGrp="1"/>
          </p:cNvSpPr>
          <p:nvPr>
            <p:ph idx="1"/>
          </p:nvPr>
        </p:nvSpPr>
        <p:spPr>
          <a:xfrm>
            <a:off x="179388" y="765175"/>
            <a:ext cx="8785225" cy="5759450"/>
          </a:xfrm>
        </p:spPr>
        <p:txBody>
          <a:bodyPr/>
          <a:lstStyle/>
          <a:p>
            <a:pPr algn="just"/>
            <a:r>
              <a:rPr lang="en-US" altLang="en-US" sz="4400"/>
              <a:t>Regression is a statistical and machine learning method used to model the relationship between a dependent variable (target) and one or more independent variables (predictors) to predict continuous numerical outcomes. </a:t>
            </a:r>
          </a:p>
          <a:p>
            <a:pPr algn="just">
              <a:buFont typeface="Arial" panose="020B0604020202020204" pitchFamily="34" charset="0"/>
              <a:buNone/>
            </a:pPr>
            <a:endParaRPr lang="en-US" altLang="en-US" sz="36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0C43CB75-D2B1-AEA1-19AD-1B284821B1FB}"/>
              </a:ext>
            </a:extLst>
          </p:cNvPr>
          <p:cNvSpPr>
            <a:spLocks noGrp="1"/>
          </p:cNvSpPr>
          <p:nvPr>
            <p:ph type="title"/>
          </p:nvPr>
        </p:nvSpPr>
        <p:spPr>
          <a:xfrm>
            <a:off x="468313" y="0"/>
            <a:ext cx="8229600" cy="836613"/>
          </a:xfrm>
        </p:spPr>
        <p:txBody>
          <a:bodyPr/>
          <a:lstStyle/>
          <a:p>
            <a:pPr eaLnBrk="1" hangingPunct="1"/>
            <a:r>
              <a:rPr lang="en-US" altLang="en-US" sz="4800" b="1"/>
              <a:t>Regression</a:t>
            </a:r>
          </a:p>
        </p:txBody>
      </p:sp>
      <p:sp>
        <p:nvSpPr>
          <p:cNvPr id="4099" name="Content Placeholder 2">
            <a:extLst>
              <a:ext uri="{FF2B5EF4-FFF2-40B4-BE49-F238E27FC236}">
                <a16:creationId xmlns:a16="http://schemas.microsoft.com/office/drawing/2014/main" id="{A349C8D3-EBEB-18DB-F3B9-DAB18F97BB54}"/>
              </a:ext>
            </a:extLst>
          </p:cNvPr>
          <p:cNvSpPr>
            <a:spLocks noGrp="1"/>
          </p:cNvSpPr>
          <p:nvPr>
            <p:ph idx="1"/>
          </p:nvPr>
        </p:nvSpPr>
        <p:spPr>
          <a:xfrm>
            <a:off x="179388" y="765175"/>
            <a:ext cx="8785225" cy="5759450"/>
          </a:xfrm>
        </p:spPr>
        <p:txBody>
          <a:bodyPr/>
          <a:lstStyle/>
          <a:p>
            <a:pPr algn="just"/>
            <a:r>
              <a:rPr lang="en-US" altLang="en-US" sz="3600"/>
              <a:t>Regression in machine learning is a supervised learning technique that predicts continuous numerical outcomes (like prices or temperatures) by modeling the relationship between input features (independent variables) and a target variable (dependent variable), </a:t>
            </a:r>
          </a:p>
          <a:p>
            <a:pPr algn="just"/>
            <a:r>
              <a:rPr lang="en-US" altLang="en-US" sz="3600"/>
              <a:t>Finding a best-fit line or curve to map inputs to outputs for forecasting, risk analysis, and trend detection.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1917AAD7-B433-9CF9-A09A-92D96ED9DD1E}"/>
              </a:ext>
            </a:extLst>
          </p:cNvPr>
          <p:cNvSpPr>
            <a:spLocks noGrp="1"/>
          </p:cNvSpPr>
          <p:nvPr>
            <p:ph type="title"/>
          </p:nvPr>
        </p:nvSpPr>
        <p:spPr/>
        <p:txBody>
          <a:bodyPr/>
          <a:lstStyle/>
          <a:p>
            <a:r>
              <a:rPr lang="en-US" altLang="en-US"/>
              <a:t>  </a:t>
            </a:r>
          </a:p>
        </p:txBody>
      </p:sp>
      <p:sp>
        <p:nvSpPr>
          <p:cNvPr id="5123" name="Content Placeholder 2">
            <a:extLst>
              <a:ext uri="{FF2B5EF4-FFF2-40B4-BE49-F238E27FC236}">
                <a16:creationId xmlns:a16="http://schemas.microsoft.com/office/drawing/2014/main" id="{10F8D95B-1CF3-272E-DD10-23AFFA6CFD98}"/>
              </a:ext>
            </a:extLst>
          </p:cNvPr>
          <p:cNvSpPr>
            <a:spLocks noGrp="1"/>
          </p:cNvSpPr>
          <p:nvPr>
            <p:ph idx="1"/>
          </p:nvPr>
        </p:nvSpPr>
        <p:spPr/>
        <p:txBody>
          <a:bodyPr/>
          <a:lstStyle/>
          <a:p>
            <a:pPr>
              <a:buFont typeface="Arial" panose="020B0604020202020204" pitchFamily="34" charset="0"/>
              <a:buNone/>
            </a:pPr>
            <a:r>
              <a:rPr lang="en-US" altLang="en-US"/>
              <a:t>   </a:t>
            </a:r>
          </a:p>
        </p:txBody>
      </p:sp>
      <p:pic>
        <p:nvPicPr>
          <p:cNvPr id="5124" name="Picture 2" descr="Emerging from the Regression Analysis Challenges - SurveyPoint">
            <a:extLst>
              <a:ext uri="{FF2B5EF4-FFF2-40B4-BE49-F238E27FC236}">
                <a16:creationId xmlns:a16="http://schemas.microsoft.com/office/drawing/2014/main" id="{AF64E9E8-5CC5-1B44-C48E-23725B0C71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950" y="188913"/>
            <a:ext cx="8905875" cy="657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97A07EEE-A2F1-C602-64C5-B538F8606DB5}"/>
              </a:ext>
            </a:extLst>
          </p:cNvPr>
          <p:cNvSpPr>
            <a:spLocks noGrp="1"/>
          </p:cNvSpPr>
          <p:nvPr>
            <p:ph type="title"/>
          </p:nvPr>
        </p:nvSpPr>
        <p:spPr/>
        <p:txBody>
          <a:bodyPr/>
          <a:lstStyle/>
          <a:p>
            <a:r>
              <a:rPr lang="en-US" altLang="en-US"/>
              <a:t>   </a:t>
            </a:r>
          </a:p>
        </p:txBody>
      </p:sp>
      <p:sp>
        <p:nvSpPr>
          <p:cNvPr id="6147" name="Content Placeholder 2">
            <a:extLst>
              <a:ext uri="{FF2B5EF4-FFF2-40B4-BE49-F238E27FC236}">
                <a16:creationId xmlns:a16="http://schemas.microsoft.com/office/drawing/2014/main" id="{6808ADB2-7F0C-F037-0CA2-19393B0969C5}"/>
              </a:ext>
            </a:extLst>
          </p:cNvPr>
          <p:cNvSpPr>
            <a:spLocks noGrp="1"/>
          </p:cNvSpPr>
          <p:nvPr>
            <p:ph idx="1"/>
          </p:nvPr>
        </p:nvSpPr>
        <p:spPr/>
        <p:txBody>
          <a:bodyPr/>
          <a:lstStyle/>
          <a:p>
            <a:pPr>
              <a:buFont typeface="Arial" panose="020B0604020202020204" pitchFamily="34" charset="0"/>
              <a:buNone/>
            </a:pPr>
            <a:r>
              <a:rPr lang="en-US" altLang="en-US"/>
              <a:t>   </a:t>
            </a:r>
          </a:p>
        </p:txBody>
      </p:sp>
      <p:pic>
        <p:nvPicPr>
          <p:cNvPr id="6148" name="Picture 2" descr="Regression Analysis in Machine learning">
            <a:extLst>
              <a:ext uri="{FF2B5EF4-FFF2-40B4-BE49-F238E27FC236}">
                <a16:creationId xmlns:a16="http://schemas.microsoft.com/office/drawing/2014/main" id="{BDF58FBE-7D26-4E54-AC66-68C021CC6E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0113" y="476250"/>
            <a:ext cx="7056437" cy="586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12A3221B-4B01-1146-886B-2D786C9ED9BC}"/>
              </a:ext>
            </a:extLst>
          </p:cNvPr>
          <p:cNvSpPr>
            <a:spLocks noGrp="1"/>
          </p:cNvSpPr>
          <p:nvPr>
            <p:ph type="title"/>
          </p:nvPr>
        </p:nvSpPr>
        <p:spPr>
          <a:xfrm>
            <a:off x="468313" y="0"/>
            <a:ext cx="8229600" cy="836613"/>
          </a:xfrm>
        </p:spPr>
        <p:txBody>
          <a:bodyPr/>
          <a:lstStyle/>
          <a:p>
            <a:pPr eaLnBrk="1" hangingPunct="1"/>
            <a:r>
              <a:rPr lang="en-US" altLang="en-US" sz="4800" b="1"/>
              <a:t>Regression</a:t>
            </a:r>
          </a:p>
        </p:txBody>
      </p:sp>
      <p:sp>
        <p:nvSpPr>
          <p:cNvPr id="7171" name="Content Placeholder 2">
            <a:extLst>
              <a:ext uri="{FF2B5EF4-FFF2-40B4-BE49-F238E27FC236}">
                <a16:creationId xmlns:a16="http://schemas.microsoft.com/office/drawing/2014/main" id="{89BF042E-348E-439F-E7CD-738E3E477AA3}"/>
              </a:ext>
            </a:extLst>
          </p:cNvPr>
          <p:cNvSpPr>
            <a:spLocks noGrp="1"/>
          </p:cNvSpPr>
          <p:nvPr>
            <p:ph idx="1"/>
          </p:nvPr>
        </p:nvSpPr>
        <p:spPr>
          <a:xfrm>
            <a:off x="179388" y="765175"/>
            <a:ext cx="8785225" cy="5759450"/>
          </a:xfrm>
        </p:spPr>
        <p:txBody>
          <a:bodyPr/>
          <a:lstStyle/>
          <a:p>
            <a:pPr algn="just"/>
            <a:r>
              <a:rPr lang="en-US" altLang="en-US" sz="4000"/>
              <a:t>It differs from classification, which predicts discrete categories, focusing instead on real-valued predictions.</a:t>
            </a:r>
          </a:p>
          <a:p>
            <a:pPr algn="just"/>
            <a:r>
              <a:rPr lang="en-US" altLang="en-US" sz="4000"/>
              <a:t>Types of regression:</a:t>
            </a:r>
          </a:p>
          <a:p>
            <a:pPr algn="just">
              <a:buFont typeface="Arial" panose="020B0604020202020204" pitchFamily="34" charset="0"/>
              <a:buNone/>
            </a:pPr>
            <a:r>
              <a:rPr lang="en-US" altLang="en-US" sz="4000"/>
              <a:t>	- Linear Regression,</a:t>
            </a:r>
          </a:p>
          <a:p>
            <a:pPr algn="just">
              <a:buFont typeface="Arial" panose="020B0604020202020204" pitchFamily="34" charset="0"/>
              <a:buNone/>
            </a:pPr>
            <a:r>
              <a:rPr lang="en-US" altLang="en-US" sz="4000"/>
              <a:t>	- Polynomial Regression, and</a:t>
            </a:r>
          </a:p>
          <a:p>
            <a:pPr algn="just">
              <a:buFont typeface="Arial" panose="020B0604020202020204" pitchFamily="34" charset="0"/>
              <a:buNone/>
            </a:pPr>
            <a:r>
              <a:rPr lang="en-US" altLang="en-US" sz="4000"/>
              <a:t>	- Logistic Regression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C83D81AD-5468-FA6D-9F49-1DA56A92A9D2}"/>
              </a:ext>
            </a:extLst>
          </p:cNvPr>
          <p:cNvSpPr>
            <a:spLocks noGrp="1"/>
          </p:cNvSpPr>
          <p:nvPr>
            <p:ph type="title"/>
          </p:nvPr>
        </p:nvSpPr>
        <p:spPr>
          <a:xfrm>
            <a:off x="468313" y="0"/>
            <a:ext cx="8229600" cy="836613"/>
          </a:xfrm>
        </p:spPr>
        <p:txBody>
          <a:bodyPr/>
          <a:lstStyle/>
          <a:p>
            <a:pPr eaLnBrk="1" hangingPunct="1"/>
            <a:r>
              <a:rPr lang="en-US" altLang="en-US" sz="4800" b="1"/>
              <a:t>Linear Regression</a:t>
            </a:r>
          </a:p>
        </p:txBody>
      </p:sp>
      <p:sp>
        <p:nvSpPr>
          <p:cNvPr id="8195" name="Content Placeholder 2">
            <a:extLst>
              <a:ext uri="{FF2B5EF4-FFF2-40B4-BE49-F238E27FC236}">
                <a16:creationId xmlns:a16="http://schemas.microsoft.com/office/drawing/2014/main" id="{C8952C62-F49A-D95E-A066-1CF349FF81D2}"/>
              </a:ext>
            </a:extLst>
          </p:cNvPr>
          <p:cNvSpPr>
            <a:spLocks noGrp="1"/>
          </p:cNvSpPr>
          <p:nvPr>
            <p:ph idx="1"/>
          </p:nvPr>
        </p:nvSpPr>
        <p:spPr>
          <a:xfrm>
            <a:off x="179388" y="765175"/>
            <a:ext cx="8785225" cy="5759450"/>
          </a:xfrm>
        </p:spPr>
        <p:txBody>
          <a:bodyPr/>
          <a:lstStyle/>
          <a:p>
            <a:pPr algn="just"/>
            <a:r>
              <a:rPr lang="en-US" altLang="en-US" sz="3600"/>
              <a:t>Linear regression is a supervised machine learning algorithm that models the relationship between a dependent variable and one or more independent variables by fitting a linear equation to observed data.</a:t>
            </a:r>
          </a:p>
          <a:p>
            <a:pPr algn="just"/>
            <a:r>
              <a:rPr lang="en-US" altLang="en-US" sz="3600"/>
              <a:t>In linear regression, the </a:t>
            </a:r>
            <a:r>
              <a:rPr lang="en-US" altLang="en-US" sz="3600" b="1"/>
              <a:t>best-fit line </a:t>
            </a:r>
            <a:r>
              <a:rPr lang="en-US" altLang="en-US" sz="3600"/>
              <a:t>is the straight line that most accurately represents the relationship between the independent variable (input) and the dependent variable (output).</a:t>
            </a:r>
          </a:p>
          <a:p>
            <a:pPr algn="just"/>
            <a:endParaRPr lang="en-US" altLang="en-US" sz="4000"/>
          </a:p>
          <a:p>
            <a:pPr algn="just"/>
            <a:endParaRPr lang="en-US" altLang="en-US" sz="4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38293581-0383-FD44-A8EE-7049D7222F7A}"/>
              </a:ext>
            </a:extLst>
          </p:cNvPr>
          <p:cNvSpPr>
            <a:spLocks noGrp="1"/>
          </p:cNvSpPr>
          <p:nvPr>
            <p:ph type="title"/>
          </p:nvPr>
        </p:nvSpPr>
        <p:spPr>
          <a:xfrm>
            <a:off x="323850" y="-100013"/>
            <a:ext cx="8229600" cy="1143001"/>
          </a:xfrm>
        </p:spPr>
        <p:txBody>
          <a:bodyPr/>
          <a:lstStyle/>
          <a:p>
            <a:r>
              <a:rPr lang="en-US" altLang="en-US" b="1"/>
              <a:t>Linear Regression</a:t>
            </a:r>
            <a:endParaRPr lang="en-US" altLang="en-US"/>
          </a:p>
        </p:txBody>
      </p:sp>
      <p:sp>
        <p:nvSpPr>
          <p:cNvPr id="9219" name="Content Placeholder 2">
            <a:extLst>
              <a:ext uri="{FF2B5EF4-FFF2-40B4-BE49-F238E27FC236}">
                <a16:creationId xmlns:a16="http://schemas.microsoft.com/office/drawing/2014/main" id="{43A1D227-720C-7B41-5CE7-0BAD21DBD8A0}"/>
              </a:ext>
            </a:extLst>
          </p:cNvPr>
          <p:cNvSpPr>
            <a:spLocks noGrp="1"/>
          </p:cNvSpPr>
          <p:nvPr>
            <p:ph idx="1"/>
          </p:nvPr>
        </p:nvSpPr>
        <p:spPr/>
        <p:txBody>
          <a:bodyPr/>
          <a:lstStyle/>
          <a:p>
            <a:r>
              <a:rPr lang="en-US" altLang="en-US"/>
              <a:t> </a:t>
            </a:r>
          </a:p>
        </p:txBody>
      </p:sp>
      <p:pic>
        <p:nvPicPr>
          <p:cNvPr id="9220" name="Picture 2" descr="Linear Regression in Machine learning - GeeksforGeeks">
            <a:extLst>
              <a:ext uri="{FF2B5EF4-FFF2-40B4-BE49-F238E27FC236}">
                <a16:creationId xmlns:a16="http://schemas.microsoft.com/office/drawing/2014/main" id="{76E9B6A5-6AC5-234D-88B1-1C2AE5943A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350" y="908050"/>
            <a:ext cx="6877050" cy="431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1" name="Rectangle 4">
            <a:extLst>
              <a:ext uri="{FF2B5EF4-FFF2-40B4-BE49-F238E27FC236}">
                <a16:creationId xmlns:a16="http://schemas.microsoft.com/office/drawing/2014/main" id="{D14C35D3-86AD-BADA-F55E-EBD3D7D91C13}"/>
              </a:ext>
            </a:extLst>
          </p:cNvPr>
          <p:cNvSpPr>
            <a:spLocks noChangeArrowheads="1"/>
          </p:cNvSpPr>
          <p:nvPr/>
        </p:nvSpPr>
        <p:spPr bwMode="auto">
          <a:xfrm>
            <a:off x="250825" y="5157788"/>
            <a:ext cx="889317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Y is called a dependent or target variable and X is called an independent variable also known as the predictor of Y.</a:t>
            </a:r>
          </a:p>
          <a:p>
            <a:pPr eaLnBrk="1" hangingPunct="1"/>
            <a:r>
              <a:rPr lang="en-US" altLang="en-US"/>
              <a:t>θ1​ represents the intercept, which is the value of Y when X = 0</a:t>
            </a:r>
          </a:p>
          <a:p>
            <a:pPr eaLnBrk="1" hangingPunct="1"/>
            <a:r>
              <a:rPr lang="en-US" altLang="en-US"/>
              <a:t>θ2​ represents the slope, which shows how much Y changes for a unit change in X</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84B5DD79-C709-D20A-758C-C71290128570}"/>
              </a:ext>
            </a:extLst>
          </p:cNvPr>
          <p:cNvSpPr>
            <a:spLocks noGrp="1"/>
          </p:cNvSpPr>
          <p:nvPr>
            <p:ph type="title"/>
          </p:nvPr>
        </p:nvSpPr>
        <p:spPr>
          <a:xfrm>
            <a:off x="468313" y="0"/>
            <a:ext cx="8229600" cy="836613"/>
          </a:xfrm>
        </p:spPr>
        <p:txBody>
          <a:bodyPr/>
          <a:lstStyle/>
          <a:p>
            <a:pPr eaLnBrk="1" hangingPunct="1"/>
            <a:r>
              <a:rPr lang="en-US" altLang="en-US" sz="4800" b="1"/>
              <a:t>Linear Regression</a:t>
            </a:r>
          </a:p>
        </p:txBody>
      </p:sp>
      <p:sp>
        <p:nvSpPr>
          <p:cNvPr id="10243" name="Content Placeholder 2">
            <a:extLst>
              <a:ext uri="{FF2B5EF4-FFF2-40B4-BE49-F238E27FC236}">
                <a16:creationId xmlns:a16="http://schemas.microsoft.com/office/drawing/2014/main" id="{580CFE8C-D9E1-E929-DC1E-9AA053443829}"/>
              </a:ext>
            </a:extLst>
          </p:cNvPr>
          <p:cNvSpPr>
            <a:spLocks noGrp="1"/>
          </p:cNvSpPr>
          <p:nvPr>
            <p:ph idx="1"/>
          </p:nvPr>
        </p:nvSpPr>
        <p:spPr>
          <a:xfrm>
            <a:off x="179388" y="765175"/>
            <a:ext cx="8785225" cy="5759450"/>
          </a:xfrm>
        </p:spPr>
        <p:txBody>
          <a:bodyPr/>
          <a:lstStyle/>
          <a:p>
            <a:pPr algn="just"/>
            <a:r>
              <a:rPr lang="en-US" altLang="en-US" sz="4400"/>
              <a:t>The goal of linear regression is to find a straight line that minimizes the error (the difference) between the observed data points and the predicted values. </a:t>
            </a:r>
          </a:p>
          <a:p>
            <a:pPr algn="just"/>
            <a:r>
              <a:rPr lang="en-US" altLang="en-US" sz="4400"/>
              <a:t>This line helps us predict the dependent variable for new, unseen data.</a:t>
            </a:r>
          </a:p>
          <a:p>
            <a:pPr algn="just"/>
            <a:endParaRPr lang="en-US" altLang="en-US" sz="4000"/>
          </a:p>
          <a:p>
            <a:pPr algn="just"/>
            <a:endParaRPr lang="en-US" altLang="en-US" sz="4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5854BBA7-8B1A-C67B-59FF-80B28A39542B}"/>
              </a:ext>
            </a:extLst>
          </p:cNvPr>
          <p:cNvSpPr>
            <a:spLocks noGrp="1"/>
          </p:cNvSpPr>
          <p:nvPr>
            <p:ph type="title"/>
          </p:nvPr>
        </p:nvSpPr>
        <p:spPr>
          <a:xfrm>
            <a:off x="468313" y="0"/>
            <a:ext cx="8229600" cy="836613"/>
          </a:xfrm>
        </p:spPr>
        <p:txBody>
          <a:bodyPr/>
          <a:lstStyle/>
          <a:p>
            <a:pPr eaLnBrk="1" hangingPunct="1"/>
            <a:r>
              <a:rPr lang="en-US" altLang="en-US" sz="4800" b="1"/>
              <a:t>Linear Regression</a:t>
            </a:r>
          </a:p>
        </p:txBody>
      </p:sp>
      <p:sp>
        <p:nvSpPr>
          <p:cNvPr id="11267" name="Content Placeholder 2">
            <a:extLst>
              <a:ext uri="{FF2B5EF4-FFF2-40B4-BE49-F238E27FC236}">
                <a16:creationId xmlns:a16="http://schemas.microsoft.com/office/drawing/2014/main" id="{796A5E2A-841C-0F83-CBAB-461618FE070C}"/>
              </a:ext>
            </a:extLst>
          </p:cNvPr>
          <p:cNvSpPr>
            <a:spLocks noGrp="1"/>
          </p:cNvSpPr>
          <p:nvPr>
            <p:ph idx="1"/>
          </p:nvPr>
        </p:nvSpPr>
        <p:spPr>
          <a:xfrm>
            <a:off x="179388" y="765175"/>
            <a:ext cx="8785225" cy="5759450"/>
          </a:xfrm>
        </p:spPr>
        <p:txBody>
          <a:bodyPr/>
          <a:lstStyle/>
          <a:p>
            <a:r>
              <a:rPr lang="en-US" altLang="en-US"/>
              <a:t>For simple linear regression (with one independent variable), the best-fit line is represented by the equation</a:t>
            </a:r>
          </a:p>
          <a:p>
            <a:pPr>
              <a:buFont typeface="Arial" panose="020B0604020202020204" pitchFamily="34" charset="0"/>
              <a:buNone/>
            </a:pPr>
            <a:r>
              <a:rPr lang="en-US" altLang="en-US"/>
              <a:t>        y = mx + b Sum of squared errors (SSE) </a:t>
            </a:r>
          </a:p>
          <a:p>
            <a:pPr>
              <a:buFont typeface="Arial" panose="020B0604020202020204" pitchFamily="34" charset="0"/>
              <a:buNone/>
            </a:pPr>
            <a:r>
              <a:rPr lang="en-US" altLang="en-US"/>
              <a:t>        y=mx+b</a:t>
            </a:r>
          </a:p>
          <a:p>
            <a:pPr>
              <a:buFont typeface="Arial" panose="020B0604020202020204" pitchFamily="34" charset="0"/>
              <a:buNone/>
            </a:pPr>
            <a:r>
              <a:rPr lang="en-US" altLang="en-US"/>
              <a:t>Where:</a:t>
            </a:r>
          </a:p>
          <a:p>
            <a:pPr>
              <a:buFont typeface="Arial" panose="020B0604020202020204" pitchFamily="34" charset="0"/>
              <a:buNone/>
            </a:pPr>
            <a:r>
              <a:rPr lang="en-US" altLang="en-US" sz="2800"/>
              <a:t>       y is the predicted value (dependent variable)</a:t>
            </a:r>
          </a:p>
          <a:p>
            <a:pPr>
              <a:buFont typeface="Arial" panose="020B0604020202020204" pitchFamily="34" charset="0"/>
              <a:buNone/>
            </a:pPr>
            <a:r>
              <a:rPr lang="en-US" altLang="en-US" sz="2800"/>
              <a:t>       x is the input (independent variable)</a:t>
            </a:r>
          </a:p>
          <a:p>
            <a:pPr>
              <a:buFont typeface="Arial" panose="020B0604020202020204" pitchFamily="34" charset="0"/>
              <a:buNone/>
            </a:pPr>
            <a:r>
              <a:rPr lang="en-US" altLang="en-US" sz="2800"/>
              <a:t>       m is the slope of the line (how much y changes </a:t>
            </a:r>
          </a:p>
          <a:p>
            <a:pPr>
              <a:buFont typeface="Arial" panose="020B0604020202020204" pitchFamily="34" charset="0"/>
              <a:buNone/>
            </a:pPr>
            <a:r>
              <a:rPr lang="en-US" altLang="en-US" sz="2800"/>
              <a:t>       when x changes)</a:t>
            </a:r>
          </a:p>
          <a:p>
            <a:pPr>
              <a:buFont typeface="Arial" panose="020B0604020202020204" pitchFamily="34" charset="0"/>
              <a:buNone/>
            </a:pPr>
            <a:r>
              <a:rPr lang="en-US" altLang="en-US" sz="2800"/>
              <a:t>       b is the intercept (the value of y when x = 0)</a:t>
            </a:r>
          </a:p>
          <a:p>
            <a:pPr>
              <a:buFont typeface="Arial" panose="020B0604020202020204" pitchFamily="34" charset="0"/>
              <a:buNone/>
            </a:pPr>
            <a:endParaRPr lang="en-US" altLang="en-US"/>
          </a:p>
          <a:p>
            <a:pPr algn="just"/>
            <a:endParaRPr lang="en-US" altLang="en-US"/>
          </a:p>
          <a:p>
            <a:pPr algn="just"/>
            <a:endParaRPr lang="en-US" altLang="en-US" sz="4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3C55E371-B6CA-3290-A38B-C4BCDC82717C}"/>
              </a:ext>
            </a:extLst>
          </p:cNvPr>
          <p:cNvSpPr>
            <a:spLocks noGrp="1"/>
          </p:cNvSpPr>
          <p:nvPr>
            <p:ph type="title"/>
          </p:nvPr>
        </p:nvSpPr>
        <p:spPr/>
        <p:txBody>
          <a:bodyPr/>
          <a:lstStyle/>
          <a:p>
            <a:r>
              <a:rPr lang="en-US" altLang="en-US"/>
              <a:t>   </a:t>
            </a:r>
          </a:p>
        </p:txBody>
      </p:sp>
      <p:sp>
        <p:nvSpPr>
          <p:cNvPr id="12291" name="Content Placeholder 2">
            <a:extLst>
              <a:ext uri="{FF2B5EF4-FFF2-40B4-BE49-F238E27FC236}">
                <a16:creationId xmlns:a16="http://schemas.microsoft.com/office/drawing/2014/main" id="{057B2C72-ACA6-FCF7-2EFF-981E0DACF7EC}"/>
              </a:ext>
            </a:extLst>
          </p:cNvPr>
          <p:cNvSpPr>
            <a:spLocks noGrp="1"/>
          </p:cNvSpPr>
          <p:nvPr>
            <p:ph idx="1"/>
          </p:nvPr>
        </p:nvSpPr>
        <p:spPr/>
        <p:txBody>
          <a:bodyPr/>
          <a:lstStyle/>
          <a:p>
            <a:pPr>
              <a:buFont typeface="Arial" panose="020B0604020202020204" pitchFamily="34" charset="0"/>
              <a:buNone/>
            </a:pPr>
            <a:r>
              <a:rPr lang="en-US" altLang="en-US"/>
              <a:t>   </a:t>
            </a:r>
          </a:p>
        </p:txBody>
      </p:sp>
      <p:pic>
        <p:nvPicPr>
          <p:cNvPr id="12292" name="Picture 2">
            <a:extLst>
              <a:ext uri="{FF2B5EF4-FFF2-40B4-BE49-F238E27FC236}">
                <a16:creationId xmlns:a16="http://schemas.microsoft.com/office/drawing/2014/main" id="{E48FAD01-96C6-3ACE-E041-5C54DD30C9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1066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3ECD3CD0-833B-C111-BF6A-2C010531713D}"/>
              </a:ext>
            </a:extLst>
          </p:cNvPr>
          <p:cNvSpPr>
            <a:spLocks noGrp="1"/>
          </p:cNvSpPr>
          <p:nvPr>
            <p:ph type="title"/>
          </p:nvPr>
        </p:nvSpPr>
        <p:spPr>
          <a:xfrm>
            <a:off x="457200" y="0"/>
            <a:ext cx="8229600" cy="836613"/>
          </a:xfrm>
        </p:spPr>
        <p:txBody>
          <a:bodyPr/>
          <a:lstStyle/>
          <a:p>
            <a:r>
              <a:rPr lang="en-US" altLang="en-US" sz="4800" b="1"/>
              <a:t>Multiple Linear Regression</a:t>
            </a:r>
          </a:p>
        </p:txBody>
      </p:sp>
      <p:sp>
        <p:nvSpPr>
          <p:cNvPr id="13315" name="Content Placeholder 2">
            <a:extLst>
              <a:ext uri="{FF2B5EF4-FFF2-40B4-BE49-F238E27FC236}">
                <a16:creationId xmlns:a16="http://schemas.microsoft.com/office/drawing/2014/main" id="{81115DF5-FF8A-DA73-23C5-FE01D9E1071C}"/>
              </a:ext>
            </a:extLst>
          </p:cNvPr>
          <p:cNvSpPr>
            <a:spLocks noGrp="1"/>
          </p:cNvSpPr>
          <p:nvPr>
            <p:ph idx="1"/>
          </p:nvPr>
        </p:nvSpPr>
        <p:spPr>
          <a:xfrm>
            <a:off x="179388" y="908050"/>
            <a:ext cx="8640762" cy="5545138"/>
          </a:xfrm>
        </p:spPr>
        <p:txBody>
          <a:bodyPr/>
          <a:lstStyle/>
          <a:p>
            <a:pPr algn="just"/>
            <a:r>
              <a:rPr lang="en-US" altLang="en-US" sz="3600" b="1"/>
              <a:t>Multiple Linear Regression</a:t>
            </a:r>
            <a:r>
              <a:rPr lang="en-US" altLang="en-US" sz="3600"/>
              <a:t>:</a:t>
            </a:r>
          </a:p>
          <a:p>
            <a:pPr algn="just"/>
            <a:r>
              <a:rPr lang="en-US" altLang="en-US" sz="3600"/>
              <a:t>Extends simple linear regression to include multiple independent variables: </a:t>
            </a:r>
          </a:p>
          <a:p>
            <a:pPr algn="just">
              <a:buFont typeface="Arial" panose="020B0604020202020204" pitchFamily="34" charset="0"/>
              <a:buNone/>
            </a:pPr>
            <a:r>
              <a:rPr lang="en-US" altLang="en-US" sz="3600"/>
              <a:t>               Y = </a:t>
            </a:r>
            <a:r>
              <a:rPr lang="el-GR" altLang="en-US" sz="3600"/>
              <a:t>β</a:t>
            </a:r>
            <a:r>
              <a:rPr lang="el-GR" altLang="en-US" sz="2800"/>
              <a:t>0</a:t>
            </a:r>
            <a:r>
              <a:rPr lang="en-US" altLang="en-US" sz="2800"/>
              <a:t> </a:t>
            </a:r>
            <a:r>
              <a:rPr lang="el-GR" altLang="en-US" sz="3600"/>
              <a:t>+</a:t>
            </a:r>
            <a:r>
              <a:rPr lang="en-US" altLang="en-US" sz="3600"/>
              <a:t> </a:t>
            </a:r>
            <a:r>
              <a:rPr lang="el-GR" altLang="en-US" sz="3600"/>
              <a:t>β</a:t>
            </a:r>
            <a:r>
              <a:rPr lang="el-GR" altLang="en-US" sz="2800"/>
              <a:t>1</a:t>
            </a:r>
            <a:r>
              <a:rPr lang="en-US" altLang="en-US" sz="3600"/>
              <a:t>X</a:t>
            </a:r>
            <a:r>
              <a:rPr lang="en-US" altLang="en-US" sz="2800"/>
              <a:t>1 </a:t>
            </a:r>
            <a:r>
              <a:rPr lang="en-US" altLang="en-US" sz="3600"/>
              <a:t>+ </a:t>
            </a:r>
            <a:r>
              <a:rPr lang="el-GR" altLang="en-US" sz="3600"/>
              <a:t>β</a:t>
            </a:r>
            <a:r>
              <a:rPr lang="el-GR" altLang="en-US" sz="2800"/>
              <a:t>2</a:t>
            </a:r>
            <a:r>
              <a:rPr lang="en-US" altLang="en-US" sz="3600"/>
              <a:t>X</a:t>
            </a:r>
            <a:r>
              <a:rPr lang="en-US" altLang="en-US" sz="2800"/>
              <a:t>2 </a:t>
            </a:r>
            <a:r>
              <a:rPr lang="en-US" altLang="en-US" sz="3600"/>
              <a:t>+….…+ </a:t>
            </a:r>
            <a:r>
              <a:rPr lang="el-GR" altLang="en-US" sz="3600"/>
              <a:t>β</a:t>
            </a:r>
            <a:r>
              <a:rPr lang="en-US" altLang="en-US" sz="3600"/>
              <a:t>pXp + </a:t>
            </a:r>
            <a:r>
              <a:rPr lang="el-GR" altLang="en-US" sz="3600"/>
              <a:t>ϵ</a:t>
            </a:r>
            <a:endParaRPr lang="en-US" altLang="en-US" sz="3600"/>
          </a:p>
          <a:p>
            <a:pPr algn="just">
              <a:buFont typeface="Arial" panose="020B0604020202020204" pitchFamily="34" charset="0"/>
              <a:buNone/>
            </a:pPr>
            <a:r>
              <a:rPr lang="en-US" altLang="en-US" sz="3600"/>
              <a:t>    where </a:t>
            </a:r>
          </a:p>
          <a:p>
            <a:pPr algn="just">
              <a:buFont typeface="Arial" panose="020B0604020202020204" pitchFamily="34" charset="0"/>
              <a:buNone/>
            </a:pPr>
            <a:r>
              <a:rPr lang="en-US" altLang="en-US" sz="3600"/>
              <a:t>       X</a:t>
            </a:r>
            <a:r>
              <a:rPr lang="en-US" altLang="en-US" sz="2800"/>
              <a:t>1</a:t>
            </a:r>
            <a:r>
              <a:rPr lang="en-US" altLang="en-US" sz="3600"/>
              <a:t>,X</a:t>
            </a:r>
            <a:r>
              <a:rPr lang="en-US" altLang="en-US" sz="2800"/>
              <a:t>2</a:t>
            </a:r>
            <a:r>
              <a:rPr lang="en-US" altLang="en-US" sz="3600"/>
              <a:t>,…,Xpare the independent variables,</a:t>
            </a:r>
          </a:p>
          <a:p>
            <a:pPr algn="just">
              <a:buFont typeface="Arial" panose="020B0604020202020204" pitchFamily="34" charset="0"/>
              <a:buNone/>
            </a:pPr>
            <a:r>
              <a:rPr lang="en-US" altLang="en-US" sz="3600"/>
              <a:t>       </a:t>
            </a:r>
            <a:r>
              <a:rPr lang="el-GR" altLang="en-US" sz="3600"/>
              <a:t>β</a:t>
            </a:r>
            <a:r>
              <a:rPr lang="el-GR" altLang="en-US" sz="2800"/>
              <a:t>0</a:t>
            </a:r>
            <a:r>
              <a:rPr lang="el-GR" altLang="en-US" sz="3600"/>
              <a:t>,β</a:t>
            </a:r>
            <a:r>
              <a:rPr lang="el-GR" altLang="en-US" sz="2800"/>
              <a:t>1</a:t>
            </a:r>
            <a:r>
              <a:rPr lang="el-GR" altLang="en-US" sz="3600"/>
              <a:t>,…,β</a:t>
            </a:r>
            <a:r>
              <a:rPr lang="en-US" altLang="en-US" sz="2800"/>
              <a:t>p</a:t>
            </a:r>
            <a:r>
              <a:rPr lang="en-US" altLang="en-US" sz="3600"/>
              <a:t>​ are the coefficients, and </a:t>
            </a:r>
          </a:p>
          <a:p>
            <a:pPr algn="just">
              <a:buFont typeface="Arial" panose="020B0604020202020204" pitchFamily="34" charset="0"/>
              <a:buNone/>
            </a:pPr>
            <a:r>
              <a:rPr lang="en-US" altLang="en-US" sz="3600"/>
              <a:t>       </a:t>
            </a:r>
            <a:r>
              <a:rPr lang="el-GR" altLang="en-US" sz="3600"/>
              <a:t>ϵ </a:t>
            </a:r>
            <a:r>
              <a:rPr lang="en-US" altLang="en-US" sz="3600"/>
              <a:t>is the error term.</a:t>
            </a:r>
          </a:p>
          <a:p>
            <a:pPr>
              <a:buFont typeface="Arial" panose="020B0604020202020204" pitchFamily="34" charset="0"/>
              <a:buNone/>
            </a:pPr>
            <a:endParaRPr lang="en-US" altLang="en-US" sz="24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17E53627-ED35-A957-6C87-FE44B99B7B11}"/>
              </a:ext>
            </a:extLst>
          </p:cNvPr>
          <p:cNvSpPr>
            <a:spLocks noGrp="1"/>
          </p:cNvSpPr>
          <p:nvPr>
            <p:ph type="title"/>
          </p:nvPr>
        </p:nvSpPr>
        <p:spPr>
          <a:xfrm>
            <a:off x="457200" y="0"/>
            <a:ext cx="8229600" cy="836613"/>
          </a:xfrm>
        </p:spPr>
        <p:txBody>
          <a:bodyPr/>
          <a:lstStyle/>
          <a:p>
            <a:r>
              <a:rPr lang="en-US" altLang="en-US" sz="4800" b="1"/>
              <a:t>Ridge and Lasso Regression</a:t>
            </a:r>
          </a:p>
        </p:txBody>
      </p:sp>
      <p:sp>
        <p:nvSpPr>
          <p:cNvPr id="14339" name="Content Placeholder 2">
            <a:extLst>
              <a:ext uri="{FF2B5EF4-FFF2-40B4-BE49-F238E27FC236}">
                <a16:creationId xmlns:a16="http://schemas.microsoft.com/office/drawing/2014/main" id="{75064B57-65E9-B728-4BF6-A13919915C8D}"/>
              </a:ext>
            </a:extLst>
          </p:cNvPr>
          <p:cNvSpPr>
            <a:spLocks noGrp="1"/>
          </p:cNvSpPr>
          <p:nvPr>
            <p:ph idx="1"/>
          </p:nvPr>
        </p:nvSpPr>
        <p:spPr>
          <a:xfrm>
            <a:off x="179388" y="908050"/>
            <a:ext cx="8640762" cy="5545138"/>
          </a:xfrm>
        </p:spPr>
        <p:txBody>
          <a:bodyPr/>
          <a:lstStyle/>
          <a:p>
            <a:pPr algn="just"/>
            <a:r>
              <a:rPr lang="en-US" altLang="en-US" sz="3600" b="1"/>
              <a:t>Ridge and Lasso Regression</a:t>
            </a:r>
            <a:r>
              <a:rPr lang="en-US" altLang="en-US" sz="3600"/>
              <a:t>:</a:t>
            </a:r>
          </a:p>
          <a:p>
            <a:pPr algn="just"/>
            <a:r>
              <a:rPr lang="en-US" altLang="en-US" sz="3600"/>
              <a:t>Techniques used to handle multicollinearity (high correlation among independent variables) and prevent overfitting by adding regularization terms to the regression equation.</a:t>
            </a:r>
          </a:p>
          <a:p>
            <a:pPr algn="just"/>
            <a:r>
              <a:rPr lang="en-US" altLang="en-US" sz="3600"/>
              <a:t>LASSO Regression - </a:t>
            </a:r>
            <a:r>
              <a:rPr lang="en-US" altLang="en-US" sz="3600" i="1"/>
              <a:t>Least Absolute Shrinkage and Selection Operator Regression</a:t>
            </a:r>
            <a:endParaRPr lang="en-US" altLang="en-US" sz="3600"/>
          </a:p>
          <a:p>
            <a:pPr>
              <a:buFont typeface="Arial" panose="020B0604020202020204" pitchFamily="34" charset="0"/>
              <a:buNone/>
            </a:pPr>
            <a:endParaRPr lang="en-US" altLang="en-US" sz="24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B8A6385D-AB71-4D93-D512-8FAA85B36FC9}"/>
              </a:ext>
            </a:extLst>
          </p:cNvPr>
          <p:cNvSpPr>
            <a:spLocks noGrp="1"/>
          </p:cNvSpPr>
          <p:nvPr>
            <p:ph type="title"/>
          </p:nvPr>
        </p:nvSpPr>
        <p:spPr>
          <a:xfrm>
            <a:off x="468313" y="0"/>
            <a:ext cx="8229600" cy="836613"/>
          </a:xfrm>
        </p:spPr>
        <p:txBody>
          <a:bodyPr/>
          <a:lstStyle/>
          <a:p>
            <a:pPr eaLnBrk="1" hangingPunct="1"/>
            <a:r>
              <a:rPr lang="en-US" altLang="en-US" sz="4800" b="1"/>
              <a:t>Polynomial Regression</a:t>
            </a:r>
          </a:p>
        </p:txBody>
      </p:sp>
      <p:sp>
        <p:nvSpPr>
          <p:cNvPr id="15363" name="Content Placeholder 2">
            <a:extLst>
              <a:ext uri="{FF2B5EF4-FFF2-40B4-BE49-F238E27FC236}">
                <a16:creationId xmlns:a16="http://schemas.microsoft.com/office/drawing/2014/main" id="{58926626-94F3-F9CD-46C4-CE5238CEDBF8}"/>
              </a:ext>
            </a:extLst>
          </p:cNvPr>
          <p:cNvSpPr>
            <a:spLocks noGrp="1"/>
          </p:cNvSpPr>
          <p:nvPr>
            <p:ph idx="1"/>
          </p:nvPr>
        </p:nvSpPr>
        <p:spPr>
          <a:xfrm>
            <a:off x="179388" y="765175"/>
            <a:ext cx="8785225" cy="5759450"/>
          </a:xfrm>
        </p:spPr>
        <p:txBody>
          <a:bodyPr/>
          <a:lstStyle/>
          <a:p>
            <a:r>
              <a:rPr lang="en-US" altLang="en-US"/>
              <a:t>Polynomial regression is a type of regression analysis that models the non-linear relationship between independent (x) and dependent (y) variables by fitting a curved line using an n-th degree polynomial equation - </a:t>
            </a:r>
          </a:p>
          <a:p>
            <a:pPr>
              <a:buFont typeface="Arial" panose="020B0604020202020204" pitchFamily="34" charset="0"/>
              <a:buNone/>
            </a:pPr>
            <a:br>
              <a:rPr lang="en-US" altLang="en-US"/>
            </a:br>
            <a:endParaRPr lang="en-US" altLang="en-US"/>
          </a:p>
          <a:p>
            <a:pPr algn="just"/>
            <a:r>
              <a:rPr lang="en-US" altLang="en-US"/>
              <a:t>It extends linear regression to capture more complex, fluctuating data patterns while remaining linear in the parameters, allowing for estimation using traditional least squares methods.</a:t>
            </a:r>
          </a:p>
          <a:p>
            <a:pPr algn="just"/>
            <a:endParaRPr lang="en-US" altLang="en-US" sz="4000"/>
          </a:p>
        </p:txBody>
      </p:sp>
      <p:pic>
        <p:nvPicPr>
          <p:cNvPr id="15364" name="Picture 4">
            <a:extLst>
              <a:ext uri="{FF2B5EF4-FFF2-40B4-BE49-F238E27FC236}">
                <a16:creationId xmlns:a16="http://schemas.microsoft.com/office/drawing/2014/main" id="{5FD439A2-1B4B-80DF-C6A6-DC6455F02F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450" y="3429000"/>
            <a:ext cx="640397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268F6377-1DDC-B8DD-1E71-89336D2B75CC}"/>
              </a:ext>
            </a:extLst>
          </p:cNvPr>
          <p:cNvSpPr>
            <a:spLocks noGrp="1"/>
          </p:cNvSpPr>
          <p:nvPr>
            <p:ph type="title"/>
          </p:nvPr>
        </p:nvSpPr>
        <p:spPr>
          <a:xfrm>
            <a:off x="468313" y="0"/>
            <a:ext cx="8229600" cy="836613"/>
          </a:xfrm>
        </p:spPr>
        <p:txBody>
          <a:bodyPr/>
          <a:lstStyle/>
          <a:p>
            <a:pPr eaLnBrk="1" hangingPunct="1"/>
            <a:r>
              <a:rPr lang="en-US" altLang="en-US" sz="4800" b="1"/>
              <a:t>Polynomial Regression</a:t>
            </a:r>
          </a:p>
        </p:txBody>
      </p:sp>
      <p:sp>
        <p:nvSpPr>
          <p:cNvPr id="16387" name="Content Placeholder 2">
            <a:extLst>
              <a:ext uri="{FF2B5EF4-FFF2-40B4-BE49-F238E27FC236}">
                <a16:creationId xmlns:a16="http://schemas.microsoft.com/office/drawing/2014/main" id="{269E3F83-979E-5329-193A-630F6869F6AB}"/>
              </a:ext>
            </a:extLst>
          </p:cNvPr>
          <p:cNvSpPr>
            <a:spLocks noGrp="1"/>
          </p:cNvSpPr>
          <p:nvPr>
            <p:ph idx="1"/>
          </p:nvPr>
        </p:nvSpPr>
        <p:spPr>
          <a:xfrm>
            <a:off x="179388" y="765175"/>
            <a:ext cx="8785225" cy="5759450"/>
          </a:xfrm>
        </p:spPr>
        <p:txBody>
          <a:bodyPr/>
          <a:lstStyle/>
          <a:p>
            <a:endParaRPr lang="en-US" altLang="en-US" sz="4000" i="1"/>
          </a:p>
          <a:p>
            <a:pPr lvl="2"/>
            <a:r>
              <a:rPr lang="en-US" altLang="en-US" sz="4000" i="1"/>
              <a:t>y</a:t>
            </a:r>
            <a:r>
              <a:rPr lang="en-US" altLang="en-US" sz="4000"/>
              <a:t> is the dependent variable.</a:t>
            </a:r>
          </a:p>
          <a:p>
            <a:pPr lvl="2"/>
            <a:r>
              <a:rPr lang="en-US" altLang="en-US" sz="4000" i="1"/>
              <a:t>x</a:t>
            </a:r>
            <a:r>
              <a:rPr lang="en-US" altLang="en-US" sz="4000"/>
              <a:t> is the independent variable.</a:t>
            </a:r>
          </a:p>
          <a:p>
            <a:pPr lvl="2"/>
            <a:r>
              <a:rPr lang="en-US" altLang="en-US" sz="4000"/>
              <a:t>m</a:t>
            </a:r>
            <a:r>
              <a:rPr lang="en-US" altLang="en-US" sz="2800"/>
              <a:t>0</a:t>
            </a:r>
            <a:r>
              <a:rPr lang="en-US" altLang="en-US" sz="4000"/>
              <a:t>, m</a:t>
            </a:r>
            <a:r>
              <a:rPr lang="en-US" altLang="en-US"/>
              <a:t>1</a:t>
            </a:r>
            <a:r>
              <a:rPr lang="en-US" altLang="en-US" sz="4000"/>
              <a:t>,m</a:t>
            </a:r>
            <a:r>
              <a:rPr lang="en-US" altLang="en-US"/>
              <a:t>2</a:t>
            </a:r>
            <a:r>
              <a:rPr lang="en-US" altLang="en-US" sz="4000"/>
              <a:t>…..m</a:t>
            </a:r>
            <a:r>
              <a:rPr lang="en-US" altLang="en-US" sz="2800"/>
              <a:t>n</a:t>
            </a:r>
            <a:r>
              <a:rPr lang="en-US" altLang="en-US" sz="4000"/>
              <a:t> are the coefficients of the polynomial terms.</a:t>
            </a:r>
            <a:r>
              <a:rPr lang="en-US" altLang="en-US" sz="4000" i="1"/>
              <a:t> </a:t>
            </a:r>
          </a:p>
          <a:p>
            <a:pPr lvl="2"/>
            <a:r>
              <a:rPr lang="en-US" altLang="en-US" sz="4000" i="1"/>
              <a:t>n </a:t>
            </a:r>
            <a:r>
              <a:rPr lang="en-US" altLang="en-US" sz="4000"/>
              <a:t>is the degree of the polynomial</a:t>
            </a:r>
          </a:p>
          <a:p>
            <a:pPr lvl="2"/>
            <a:r>
              <a:rPr lang="en-US" altLang="en-US" sz="4000"/>
              <a:t>c represents the error term</a:t>
            </a:r>
          </a:p>
        </p:txBody>
      </p:sp>
      <p:pic>
        <p:nvPicPr>
          <p:cNvPr id="16388" name="Picture 4">
            <a:extLst>
              <a:ext uri="{FF2B5EF4-FFF2-40B4-BE49-F238E27FC236}">
                <a16:creationId xmlns:a16="http://schemas.microsoft.com/office/drawing/2014/main" id="{F70EAC94-BCB4-AB4A-F25F-F02F00AE9C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6013" y="908050"/>
            <a:ext cx="7202487"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1780552F-1AD0-F6DE-EA96-7616BC296935}"/>
              </a:ext>
            </a:extLst>
          </p:cNvPr>
          <p:cNvSpPr>
            <a:spLocks noGrp="1"/>
          </p:cNvSpPr>
          <p:nvPr>
            <p:ph type="title"/>
          </p:nvPr>
        </p:nvSpPr>
        <p:spPr>
          <a:xfrm>
            <a:off x="468313" y="0"/>
            <a:ext cx="8229600" cy="836613"/>
          </a:xfrm>
        </p:spPr>
        <p:txBody>
          <a:bodyPr/>
          <a:lstStyle/>
          <a:p>
            <a:pPr eaLnBrk="1" hangingPunct="1"/>
            <a:r>
              <a:rPr lang="en-US" altLang="en-US" sz="4800" b="1"/>
              <a:t>Polynomial Regression</a:t>
            </a:r>
          </a:p>
        </p:txBody>
      </p:sp>
      <p:sp>
        <p:nvSpPr>
          <p:cNvPr id="17411" name="Content Placeholder 2">
            <a:extLst>
              <a:ext uri="{FF2B5EF4-FFF2-40B4-BE49-F238E27FC236}">
                <a16:creationId xmlns:a16="http://schemas.microsoft.com/office/drawing/2014/main" id="{C98B44E8-6693-A68A-062D-C04358FCDE92}"/>
              </a:ext>
            </a:extLst>
          </p:cNvPr>
          <p:cNvSpPr>
            <a:spLocks noGrp="1"/>
          </p:cNvSpPr>
          <p:nvPr>
            <p:ph idx="1"/>
          </p:nvPr>
        </p:nvSpPr>
        <p:spPr>
          <a:xfrm>
            <a:off x="179388" y="765175"/>
            <a:ext cx="8785225" cy="5759450"/>
          </a:xfrm>
        </p:spPr>
        <p:txBody>
          <a:bodyPr/>
          <a:lstStyle/>
          <a:p>
            <a:r>
              <a:rPr lang="en-US" altLang="en-US" sz="4000"/>
              <a:t>  </a:t>
            </a:r>
          </a:p>
        </p:txBody>
      </p:sp>
      <p:pic>
        <p:nvPicPr>
          <p:cNvPr id="17412" name="Picture 2" descr="Implementation of Polynomial Regression">
            <a:extLst>
              <a:ext uri="{FF2B5EF4-FFF2-40B4-BE49-F238E27FC236}">
                <a16:creationId xmlns:a16="http://schemas.microsoft.com/office/drawing/2014/main" id="{DF885FAF-8BAA-75AD-2207-2180948DEA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981075"/>
            <a:ext cx="6985000" cy="551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8E0E95D3-CB1B-912C-42BE-D725FFA6F661}"/>
              </a:ext>
            </a:extLst>
          </p:cNvPr>
          <p:cNvSpPr>
            <a:spLocks noGrp="1"/>
          </p:cNvSpPr>
          <p:nvPr>
            <p:ph type="title"/>
          </p:nvPr>
        </p:nvSpPr>
        <p:spPr/>
        <p:txBody>
          <a:bodyPr/>
          <a:lstStyle/>
          <a:p>
            <a:r>
              <a:rPr lang="en-US" altLang="en-US"/>
              <a:t> </a:t>
            </a:r>
          </a:p>
        </p:txBody>
      </p:sp>
      <p:sp>
        <p:nvSpPr>
          <p:cNvPr id="18435" name="Content Placeholder 2">
            <a:extLst>
              <a:ext uri="{FF2B5EF4-FFF2-40B4-BE49-F238E27FC236}">
                <a16:creationId xmlns:a16="http://schemas.microsoft.com/office/drawing/2014/main" id="{57A0ED28-65D7-5E97-7BC3-F9D7D4C9E6EE}"/>
              </a:ext>
            </a:extLst>
          </p:cNvPr>
          <p:cNvSpPr>
            <a:spLocks noGrp="1"/>
          </p:cNvSpPr>
          <p:nvPr>
            <p:ph idx="1"/>
          </p:nvPr>
        </p:nvSpPr>
        <p:spPr/>
        <p:txBody>
          <a:bodyPr/>
          <a:lstStyle/>
          <a:p>
            <a:r>
              <a:rPr lang="en-US" altLang="en-US"/>
              <a:t> </a:t>
            </a:r>
          </a:p>
        </p:txBody>
      </p:sp>
      <p:pic>
        <p:nvPicPr>
          <p:cNvPr id="18436" name="Picture 2" descr="Polynomial Regression in Machine Learning">
            <a:extLst>
              <a:ext uri="{FF2B5EF4-FFF2-40B4-BE49-F238E27FC236}">
                <a16:creationId xmlns:a16="http://schemas.microsoft.com/office/drawing/2014/main" id="{8BE1EDBD-3E54-ACC8-E991-D0B1880488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33375"/>
            <a:ext cx="8840788" cy="580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D5327A8C-3934-9E1B-26B6-0EFF8AF66335}"/>
              </a:ext>
            </a:extLst>
          </p:cNvPr>
          <p:cNvSpPr>
            <a:spLocks noGrp="1"/>
          </p:cNvSpPr>
          <p:nvPr>
            <p:ph type="title"/>
          </p:nvPr>
        </p:nvSpPr>
        <p:spPr>
          <a:xfrm>
            <a:off x="468313" y="0"/>
            <a:ext cx="8229600" cy="836613"/>
          </a:xfrm>
        </p:spPr>
        <p:txBody>
          <a:bodyPr/>
          <a:lstStyle/>
          <a:p>
            <a:pPr eaLnBrk="1" hangingPunct="1"/>
            <a:r>
              <a:rPr lang="en-US" altLang="en-US" sz="4800" b="1"/>
              <a:t>Logistic Regression </a:t>
            </a:r>
          </a:p>
        </p:txBody>
      </p:sp>
      <p:sp>
        <p:nvSpPr>
          <p:cNvPr id="19459" name="Content Placeholder 2">
            <a:extLst>
              <a:ext uri="{FF2B5EF4-FFF2-40B4-BE49-F238E27FC236}">
                <a16:creationId xmlns:a16="http://schemas.microsoft.com/office/drawing/2014/main" id="{3E46B2E6-7320-E1EA-EB24-B6D5CB260A20}"/>
              </a:ext>
            </a:extLst>
          </p:cNvPr>
          <p:cNvSpPr>
            <a:spLocks noGrp="1"/>
          </p:cNvSpPr>
          <p:nvPr>
            <p:ph idx="1"/>
          </p:nvPr>
        </p:nvSpPr>
        <p:spPr>
          <a:xfrm>
            <a:off x="179388" y="0"/>
            <a:ext cx="8785225" cy="4535488"/>
          </a:xfrm>
        </p:spPr>
        <p:txBody>
          <a:bodyPr/>
          <a:lstStyle/>
          <a:p>
            <a:pPr>
              <a:buFont typeface="Arial" panose="020B0604020202020204" pitchFamily="34" charset="0"/>
              <a:buNone/>
            </a:pPr>
            <a:endParaRPr lang="en-US" altLang="en-US"/>
          </a:p>
          <a:p>
            <a:pPr algn="just"/>
            <a:endParaRPr lang="en-US" altLang="en-US"/>
          </a:p>
          <a:p>
            <a:pPr algn="just"/>
            <a:r>
              <a:rPr lang="en-US" altLang="en-US" sz="3600"/>
              <a:t>Logistic Regression is a fundamental supervised machine learning algorithm used primarily for binary classification (predicting one of two outcomes, 0 or 1) by calculating the probability of an event occurring. </a:t>
            </a:r>
          </a:p>
          <a:p>
            <a:pPr algn="just"/>
            <a:r>
              <a:rPr lang="en-US" altLang="en-US" sz="3600"/>
              <a:t>It uses the sigmoid function to map linear predictions to a 0-1 probability range, making it ideal for tasks like spam detection, disease diagnosis, or loan approval.</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99F5F4D7-E0BF-38CB-1708-5B5D2750AAD6}"/>
              </a:ext>
            </a:extLst>
          </p:cNvPr>
          <p:cNvSpPr>
            <a:spLocks noGrp="1"/>
          </p:cNvSpPr>
          <p:nvPr>
            <p:ph type="title"/>
          </p:nvPr>
        </p:nvSpPr>
        <p:spPr>
          <a:xfrm>
            <a:off x="457200" y="0"/>
            <a:ext cx="8229600" cy="836613"/>
          </a:xfrm>
        </p:spPr>
        <p:txBody>
          <a:bodyPr/>
          <a:lstStyle/>
          <a:p>
            <a:r>
              <a:rPr lang="en-US" altLang="en-US" sz="4800" b="1"/>
              <a:t>Logistic Regression</a:t>
            </a:r>
          </a:p>
        </p:txBody>
      </p:sp>
      <p:sp>
        <p:nvSpPr>
          <p:cNvPr id="20483" name="Content Placeholder 2">
            <a:extLst>
              <a:ext uri="{FF2B5EF4-FFF2-40B4-BE49-F238E27FC236}">
                <a16:creationId xmlns:a16="http://schemas.microsoft.com/office/drawing/2014/main" id="{D4AE39D2-E5EF-2B3B-A529-ACB1EDA6FDCB}"/>
              </a:ext>
            </a:extLst>
          </p:cNvPr>
          <p:cNvSpPr>
            <a:spLocks noGrp="1"/>
          </p:cNvSpPr>
          <p:nvPr>
            <p:ph idx="1"/>
          </p:nvPr>
        </p:nvSpPr>
        <p:spPr>
          <a:xfrm>
            <a:off x="179388" y="908050"/>
            <a:ext cx="8640762" cy="5545138"/>
          </a:xfrm>
        </p:spPr>
        <p:txBody>
          <a:bodyPr/>
          <a:lstStyle/>
          <a:p>
            <a:pPr algn="just"/>
            <a:r>
              <a:rPr lang="en-US" altLang="en-US" sz="3000" b="1"/>
              <a:t>Logistic Regression</a:t>
            </a:r>
            <a:r>
              <a:rPr lang="en-US" altLang="en-US" sz="3000"/>
              <a:t> is used when the dependent variable is categorical. It models the probability of a certain category or outcome (binary or multinomial) based on predictor variables.</a:t>
            </a:r>
          </a:p>
          <a:p>
            <a:pPr algn="just"/>
            <a:r>
              <a:rPr lang="en-US" altLang="en-US" sz="3000" b="1"/>
              <a:t>Logistic Regression</a:t>
            </a:r>
            <a:r>
              <a:rPr lang="en-US" altLang="en-US" sz="3000"/>
              <a:t> is a statistical method used for </a:t>
            </a:r>
            <a:r>
              <a:rPr lang="en-US" altLang="en-US" sz="3000" b="1"/>
              <a:t>binary classification</a:t>
            </a:r>
            <a:r>
              <a:rPr lang="en-US" altLang="en-US" sz="3000"/>
              <a:t> problems, where the goal is to predict the probability that a given input belongs to one of two classes (usually labeled 0 and 1). It's widely used in various fields like finance, healthcare, marketing, etc., to predict outcomes like whether a customer will churn, whether an email is spam, or whether a patient has a disease.</a:t>
            </a:r>
          </a:p>
          <a:p>
            <a:pPr>
              <a:buFont typeface="Arial" panose="020B0604020202020204" pitchFamily="34" charset="0"/>
              <a:buNone/>
            </a:pPr>
            <a:endParaRPr lang="en-US" altLang="en-US" sz="24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C0B81733-9C2D-9B03-F1B9-05FED547C691}"/>
              </a:ext>
            </a:extLst>
          </p:cNvPr>
          <p:cNvSpPr>
            <a:spLocks noGrp="1"/>
          </p:cNvSpPr>
          <p:nvPr>
            <p:ph type="title"/>
          </p:nvPr>
        </p:nvSpPr>
        <p:spPr>
          <a:xfrm>
            <a:off x="468313" y="0"/>
            <a:ext cx="8229600" cy="836613"/>
          </a:xfrm>
        </p:spPr>
        <p:txBody>
          <a:bodyPr/>
          <a:lstStyle/>
          <a:p>
            <a:pPr eaLnBrk="1" hangingPunct="1"/>
            <a:r>
              <a:rPr lang="en-US" altLang="en-US" sz="4800" b="1"/>
              <a:t>Logistic Regression </a:t>
            </a:r>
          </a:p>
        </p:txBody>
      </p:sp>
      <p:sp>
        <p:nvSpPr>
          <p:cNvPr id="21507" name="Content Placeholder 2">
            <a:extLst>
              <a:ext uri="{FF2B5EF4-FFF2-40B4-BE49-F238E27FC236}">
                <a16:creationId xmlns:a16="http://schemas.microsoft.com/office/drawing/2014/main" id="{EF78A0FC-A565-5560-18A9-3B80FEE5BED4}"/>
              </a:ext>
            </a:extLst>
          </p:cNvPr>
          <p:cNvSpPr>
            <a:spLocks noGrp="1"/>
          </p:cNvSpPr>
          <p:nvPr>
            <p:ph idx="1"/>
          </p:nvPr>
        </p:nvSpPr>
        <p:spPr>
          <a:xfrm>
            <a:off x="179388" y="0"/>
            <a:ext cx="8785225" cy="4535488"/>
          </a:xfrm>
        </p:spPr>
        <p:txBody>
          <a:bodyPr/>
          <a:lstStyle/>
          <a:p>
            <a:pPr>
              <a:buFont typeface="Arial" panose="020B0604020202020204" pitchFamily="34" charset="0"/>
              <a:buNone/>
            </a:pPr>
            <a:r>
              <a:rPr lang="en-US" altLang="en-US"/>
              <a:t> </a:t>
            </a:r>
          </a:p>
        </p:txBody>
      </p:sp>
      <p:pic>
        <p:nvPicPr>
          <p:cNvPr id="21508" name="Picture 2" descr="Understanding Logistic Regression: A Cornerstone of ...">
            <a:extLst>
              <a:ext uri="{FF2B5EF4-FFF2-40B4-BE49-F238E27FC236}">
                <a16:creationId xmlns:a16="http://schemas.microsoft.com/office/drawing/2014/main" id="{773699D6-B23C-BD23-91F4-643238B748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650" y="1125538"/>
            <a:ext cx="7835900" cy="518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BD0C9BE1-773C-3A66-FFA4-AC88C343DB4F}"/>
              </a:ext>
            </a:extLst>
          </p:cNvPr>
          <p:cNvSpPr>
            <a:spLocks noGrp="1"/>
          </p:cNvSpPr>
          <p:nvPr>
            <p:ph type="title"/>
          </p:nvPr>
        </p:nvSpPr>
        <p:spPr>
          <a:xfrm>
            <a:off x="468313" y="0"/>
            <a:ext cx="8229600" cy="836613"/>
          </a:xfrm>
        </p:spPr>
        <p:txBody>
          <a:bodyPr/>
          <a:lstStyle/>
          <a:p>
            <a:pPr eaLnBrk="1" hangingPunct="1"/>
            <a:r>
              <a:rPr lang="en-US" altLang="en-US" sz="4800" b="1"/>
              <a:t>Logistic Regression </a:t>
            </a:r>
          </a:p>
        </p:txBody>
      </p:sp>
      <p:sp>
        <p:nvSpPr>
          <p:cNvPr id="22531" name="Content Placeholder 2">
            <a:extLst>
              <a:ext uri="{FF2B5EF4-FFF2-40B4-BE49-F238E27FC236}">
                <a16:creationId xmlns:a16="http://schemas.microsoft.com/office/drawing/2014/main" id="{F636839A-EDAD-EE9D-290F-2C7937FAAB61}"/>
              </a:ext>
            </a:extLst>
          </p:cNvPr>
          <p:cNvSpPr>
            <a:spLocks noGrp="1"/>
          </p:cNvSpPr>
          <p:nvPr>
            <p:ph idx="1"/>
          </p:nvPr>
        </p:nvSpPr>
        <p:spPr>
          <a:xfrm>
            <a:off x="179388" y="0"/>
            <a:ext cx="8785225" cy="4535488"/>
          </a:xfrm>
        </p:spPr>
        <p:txBody>
          <a:bodyPr/>
          <a:lstStyle/>
          <a:p>
            <a:pPr>
              <a:buFont typeface="Arial" panose="020B0604020202020204" pitchFamily="34" charset="0"/>
              <a:buNone/>
            </a:pPr>
            <a:endParaRPr lang="en-US" altLang="en-US"/>
          </a:p>
          <a:p>
            <a:pPr algn="just"/>
            <a:endParaRPr lang="en-US" altLang="en-US"/>
          </a:p>
          <a:p>
            <a:pPr algn="just"/>
            <a:r>
              <a:rPr lang="en-US" altLang="en-US" sz="3600" b="1"/>
              <a:t>Key Aspects of Logistic Regression</a:t>
            </a:r>
            <a:endParaRPr lang="en-US" altLang="en-US" sz="3600"/>
          </a:p>
          <a:p>
            <a:pPr algn="just"/>
            <a:r>
              <a:rPr lang="en-US" altLang="en-US" sz="3600" b="1"/>
              <a:t>Purpose:</a:t>
            </a:r>
            <a:r>
              <a:rPr lang="en-US" altLang="en-US" sz="3600"/>
              <a:t> Predicts categorical, discrete outcomes (Yes/No, True/False).</a:t>
            </a:r>
          </a:p>
          <a:p>
            <a:pPr algn="just"/>
            <a:r>
              <a:rPr lang="en-US" altLang="en-US" sz="3600" b="1"/>
              <a:t>The Sigmoid Function:</a:t>
            </a:r>
            <a:r>
              <a:rPr lang="en-US" altLang="en-US" sz="3600"/>
              <a:t> Unlike linear regression, it uses an S-shaped (sigmoid) curve to map input variables to a value between 0 and 1, representing probability.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89CA88A6-31D7-6644-EBFD-BB2BDB8F1E15}"/>
              </a:ext>
            </a:extLst>
          </p:cNvPr>
          <p:cNvSpPr>
            <a:spLocks noGrp="1"/>
          </p:cNvSpPr>
          <p:nvPr>
            <p:ph type="title"/>
          </p:nvPr>
        </p:nvSpPr>
        <p:spPr>
          <a:xfrm>
            <a:off x="468313" y="0"/>
            <a:ext cx="8229600" cy="836613"/>
          </a:xfrm>
        </p:spPr>
        <p:txBody>
          <a:bodyPr/>
          <a:lstStyle/>
          <a:p>
            <a:pPr eaLnBrk="1" hangingPunct="1"/>
            <a:r>
              <a:rPr lang="en-US" altLang="en-US" sz="4800" b="1"/>
              <a:t>Logistic Regression </a:t>
            </a:r>
          </a:p>
        </p:txBody>
      </p:sp>
      <p:sp>
        <p:nvSpPr>
          <p:cNvPr id="23555" name="Content Placeholder 2">
            <a:extLst>
              <a:ext uri="{FF2B5EF4-FFF2-40B4-BE49-F238E27FC236}">
                <a16:creationId xmlns:a16="http://schemas.microsoft.com/office/drawing/2014/main" id="{6CD159BB-7220-7255-0BF1-C7B16AA49CE5}"/>
              </a:ext>
            </a:extLst>
          </p:cNvPr>
          <p:cNvSpPr>
            <a:spLocks noGrp="1"/>
          </p:cNvSpPr>
          <p:nvPr>
            <p:ph idx="1"/>
          </p:nvPr>
        </p:nvSpPr>
        <p:spPr>
          <a:xfrm>
            <a:off x="179388" y="0"/>
            <a:ext cx="8785225" cy="4535488"/>
          </a:xfrm>
        </p:spPr>
        <p:txBody>
          <a:bodyPr/>
          <a:lstStyle/>
          <a:p>
            <a:pPr>
              <a:buFont typeface="Arial" panose="020B0604020202020204" pitchFamily="34" charset="0"/>
              <a:buNone/>
            </a:pPr>
            <a:endParaRPr lang="en-US" altLang="en-US"/>
          </a:p>
          <a:p>
            <a:pPr algn="just"/>
            <a:endParaRPr lang="en-US" altLang="en-US"/>
          </a:p>
          <a:p>
            <a:pPr algn="just"/>
            <a:r>
              <a:rPr lang="en-US" altLang="en-US" b="1"/>
              <a:t>Binary &amp; Multinomial:</a:t>
            </a:r>
            <a:r>
              <a:rPr lang="en-US" altLang="en-US"/>
              <a:t> While often used for binary classification, it can be extended to multi-class scenarios (Multinomial Logistic Regression) or ranked categories (Ordinal Logistic Regression).</a:t>
            </a:r>
          </a:p>
          <a:p>
            <a:pPr algn="just"/>
            <a:r>
              <a:rPr lang="en-US" altLang="en-US" b="1"/>
              <a:t>Interpretation:</a:t>
            </a:r>
            <a:r>
              <a:rPr lang="en-US" altLang="en-US"/>
              <a:t> It models the relationship between independent variables and the log-odds of the dependent variable, revealing how different predictors affect outcomes.</a:t>
            </a:r>
          </a:p>
          <a:p>
            <a:pPr algn="just"/>
            <a:r>
              <a:rPr lang="en-US" altLang="en-US" b="1"/>
              <a:t>Loss Function:</a:t>
            </a:r>
            <a:r>
              <a:rPr lang="en-US" altLang="en-US"/>
              <a:t> It typically uses cross-entropy loss to minimize the difference between predicted probabilities and actual outcomes.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DC6A9618-845F-6514-31FA-72348B3487AC}"/>
              </a:ext>
            </a:extLst>
          </p:cNvPr>
          <p:cNvSpPr>
            <a:spLocks noGrp="1"/>
          </p:cNvSpPr>
          <p:nvPr>
            <p:ph type="title"/>
          </p:nvPr>
        </p:nvSpPr>
        <p:spPr>
          <a:xfrm>
            <a:off x="457200" y="0"/>
            <a:ext cx="8229600" cy="836613"/>
          </a:xfrm>
        </p:spPr>
        <p:txBody>
          <a:bodyPr/>
          <a:lstStyle/>
          <a:p>
            <a:r>
              <a:rPr lang="en-US" altLang="en-US" sz="4800" b="1"/>
              <a:t>Logistic Regression</a:t>
            </a:r>
          </a:p>
        </p:txBody>
      </p:sp>
      <p:sp>
        <p:nvSpPr>
          <p:cNvPr id="24579" name="Content Placeholder 2">
            <a:extLst>
              <a:ext uri="{FF2B5EF4-FFF2-40B4-BE49-F238E27FC236}">
                <a16:creationId xmlns:a16="http://schemas.microsoft.com/office/drawing/2014/main" id="{E299CE85-B656-6C60-401C-2F5DEA5F50E1}"/>
              </a:ext>
            </a:extLst>
          </p:cNvPr>
          <p:cNvSpPr>
            <a:spLocks noGrp="1"/>
          </p:cNvSpPr>
          <p:nvPr>
            <p:ph idx="1"/>
          </p:nvPr>
        </p:nvSpPr>
        <p:spPr>
          <a:xfrm>
            <a:off x="179388" y="908050"/>
            <a:ext cx="8640762" cy="5545138"/>
          </a:xfrm>
        </p:spPr>
        <p:txBody>
          <a:bodyPr/>
          <a:lstStyle/>
          <a:p>
            <a:pPr algn="just">
              <a:buFont typeface="Arial" panose="020B0604020202020204" pitchFamily="34" charset="0"/>
              <a:buNone/>
            </a:pPr>
            <a:r>
              <a:rPr lang="en-US" altLang="en-US" sz="4000" b="1"/>
              <a:t>Key Concepts of Logistic Regression</a:t>
            </a:r>
          </a:p>
          <a:p>
            <a:pPr>
              <a:buFont typeface="Arial" panose="020B0604020202020204" pitchFamily="34" charset="0"/>
              <a:buNone/>
            </a:pPr>
            <a:r>
              <a:rPr lang="en-US" altLang="en-US" sz="4000" b="1"/>
              <a:t>1. Binary Classification</a:t>
            </a:r>
            <a:r>
              <a:rPr lang="en-US" altLang="en-US" sz="4000"/>
              <a:t>:</a:t>
            </a:r>
            <a:br>
              <a:rPr lang="en-US" altLang="en-US" sz="4000"/>
            </a:br>
            <a:r>
              <a:rPr lang="en-US" altLang="en-US" sz="4000"/>
              <a:t>Logistic Regression is typically used when the dependent variable (target) is categorical with two classes, like:</a:t>
            </a:r>
          </a:p>
          <a:p>
            <a:pPr lvl="1" algn="just"/>
            <a:r>
              <a:rPr lang="en-US" altLang="en-US" sz="3600" b="1"/>
              <a:t>Class 1</a:t>
            </a:r>
            <a:r>
              <a:rPr lang="en-US" altLang="en-US" sz="3600"/>
              <a:t> (positive class) – 1</a:t>
            </a:r>
          </a:p>
          <a:p>
            <a:pPr lvl="1" algn="just"/>
            <a:r>
              <a:rPr lang="en-US" altLang="en-US" sz="3600" b="1"/>
              <a:t>Class 0</a:t>
            </a:r>
            <a:r>
              <a:rPr lang="en-US" altLang="en-US" sz="3600"/>
              <a:t> (negative class) – 0</a:t>
            </a:r>
          </a:p>
          <a:p>
            <a:pPr>
              <a:buFont typeface="Arial" panose="020B0604020202020204" pitchFamily="34" charset="0"/>
              <a:buNone/>
            </a:pPr>
            <a:endParaRPr lang="en-US" altLang="en-US" sz="24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71FD0AAF-C293-D81B-5474-4DCD10832EC6}"/>
              </a:ext>
            </a:extLst>
          </p:cNvPr>
          <p:cNvSpPr>
            <a:spLocks noGrp="1"/>
          </p:cNvSpPr>
          <p:nvPr>
            <p:ph type="title"/>
          </p:nvPr>
        </p:nvSpPr>
        <p:spPr/>
        <p:txBody>
          <a:bodyPr/>
          <a:lstStyle/>
          <a:p>
            <a:r>
              <a:rPr lang="en-US" altLang="en-US"/>
              <a:t>  </a:t>
            </a:r>
          </a:p>
        </p:txBody>
      </p:sp>
      <p:sp>
        <p:nvSpPr>
          <p:cNvPr id="25603" name="Content Placeholder 2">
            <a:extLst>
              <a:ext uri="{FF2B5EF4-FFF2-40B4-BE49-F238E27FC236}">
                <a16:creationId xmlns:a16="http://schemas.microsoft.com/office/drawing/2014/main" id="{A405AA72-3CB2-F71F-A2E2-9C3CEC8B64D5}"/>
              </a:ext>
            </a:extLst>
          </p:cNvPr>
          <p:cNvSpPr>
            <a:spLocks noGrp="1"/>
          </p:cNvSpPr>
          <p:nvPr>
            <p:ph idx="1"/>
          </p:nvPr>
        </p:nvSpPr>
        <p:spPr/>
        <p:txBody>
          <a:bodyPr/>
          <a:lstStyle/>
          <a:p>
            <a:pPr>
              <a:buFont typeface="Arial" panose="020B0604020202020204" pitchFamily="34" charset="0"/>
              <a:buNone/>
            </a:pPr>
            <a:r>
              <a:rPr lang="en-US" altLang="en-US"/>
              <a:t>  </a:t>
            </a:r>
          </a:p>
        </p:txBody>
      </p:sp>
      <p:pic>
        <p:nvPicPr>
          <p:cNvPr id="25604" name="Picture 2" descr="Logistic Regression - Sigmoid Function">
            <a:extLst>
              <a:ext uri="{FF2B5EF4-FFF2-40B4-BE49-F238E27FC236}">
                <a16:creationId xmlns:a16="http://schemas.microsoft.com/office/drawing/2014/main" id="{AA517FBC-D831-0E41-ADDC-3DB76A120B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836613"/>
            <a:ext cx="8135937"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4AB544EB-B067-C415-A9E9-483CFD526960}"/>
              </a:ext>
            </a:extLst>
          </p:cNvPr>
          <p:cNvSpPr>
            <a:spLocks noGrp="1"/>
          </p:cNvSpPr>
          <p:nvPr>
            <p:ph type="title"/>
          </p:nvPr>
        </p:nvSpPr>
        <p:spPr/>
        <p:txBody>
          <a:bodyPr/>
          <a:lstStyle/>
          <a:p>
            <a:r>
              <a:rPr lang="en-US" altLang="en-US"/>
              <a:t> </a:t>
            </a:r>
          </a:p>
        </p:txBody>
      </p:sp>
      <p:sp>
        <p:nvSpPr>
          <p:cNvPr id="26627" name="Content Placeholder 2">
            <a:extLst>
              <a:ext uri="{FF2B5EF4-FFF2-40B4-BE49-F238E27FC236}">
                <a16:creationId xmlns:a16="http://schemas.microsoft.com/office/drawing/2014/main" id="{D12FA74F-0DF6-324F-44AE-1DDD84B42C4C}"/>
              </a:ext>
            </a:extLst>
          </p:cNvPr>
          <p:cNvSpPr>
            <a:spLocks noGrp="1"/>
          </p:cNvSpPr>
          <p:nvPr>
            <p:ph idx="1"/>
          </p:nvPr>
        </p:nvSpPr>
        <p:spPr/>
        <p:txBody>
          <a:bodyPr/>
          <a:lstStyle/>
          <a:p>
            <a:pPr>
              <a:buFont typeface="Arial" panose="020B0604020202020204" pitchFamily="34" charset="0"/>
              <a:buNone/>
            </a:pPr>
            <a:r>
              <a:rPr lang="en-US" altLang="en-US"/>
              <a:t>  </a:t>
            </a:r>
          </a:p>
        </p:txBody>
      </p:sp>
      <p:sp>
        <p:nvSpPr>
          <p:cNvPr id="26628" name="AutoShape 2" descr="Logistic Regression ...">
            <a:extLst>
              <a:ext uri="{FF2B5EF4-FFF2-40B4-BE49-F238E27FC236}">
                <a16:creationId xmlns:a16="http://schemas.microsoft.com/office/drawing/2014/main" id="{C3A53874-02DC-ECDC-0885-0C1C155C3403}"/>
              </a:ext>
            </a:extLst>
          </p:cNvPr>
          <p:cNvSpPr>
            <a:spLocks noChangeAspect="1" noChangeArrowheads="1"/>
          </p:cNvSpPr>
          <p:nvPr/>
        </p:nvSpPr>
        <p:spPr bwMode="auto">
          <a:xfrm>
            <a:off x="155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pic>
        <p:nvPicPr>
          <p:cNvPr id="26629" name="Picture 4" descr="Introduction to Logistic Regression | by Ayush Pant | Towards Data Science">
            <a:extLst>
              <a:ext uri="{FF2B5EF4-FFF2-40B4-BE49-F238E27FC236}">
                <a16:creationId xmlns:a16="http://schemas.microsoft.com/office/drawing/2014/main" id="{91E22AF2-010C-C2E5-499C-B6E5CB87B0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E53BA1AD-85A2-E9A2-E49C-7E61F27FE7CA}"/>
              </a:ext>
            </a:extLst>
          </p:cNvPr>
          <p:cNvSpPr>
            <a:spLocks noGrp="1"/>
          </p:cNvSpPr>
          <p:nvPr>
            <p:ph type="title"/>
          </p:nvPr>
        </p:nvSpPr>
        <p:spPr>
          <a:xfrm>
            <a:off x="457200" y="0"/>
            <a:ext cx="8229600" cy="836613"/>
          </a:xfrm>
        </p:spPr>
        <p:txBody>
          <a:bodyPr/>
          <a:lstStyle/>
          <a:p>
            <a:r>
              <a:rPr lang="en-US" altLang="en-US" sz="4800" b="1"/>
              <a:t>Logistic Regression</a:t>
            </a:r>
          </a:p>
        </p:txBody>
      </p:sp>
      <p:sp>
        <p:nvSpPr>
          <p:cNvPr id="27651" name="Content Placeholder 2">
            <a:extLst>
              <a:ext uri="{FF2B5EF4-FFF2-40B4-BE49-F238E27FC236}">
                <a16:creationId xmlns:a16="http://schemas.microsoft.com/office/drawing/2014/main" id="{CCC4D969-28A6-D1CF-F701-D906ED4ECE02}"/>
              </a:ext>
            </a:extLst>
          </p:cNvPr>
          <p:cNvSpPr>
            <a:spLocks noGrp="1"/>
          </p:cNvSpPr>
          <p:nvPr>
            <p:ph idx="1"/>
          </p:nvPr>
        </p:nvSpPr>
        <p:spPr>
          <a:xfrm>
            <a:off x="179388" y="908050"/>
            <a:ext cx="8640762" cy="5545138"/>
          </a:xfrm>
        </p:spPr>
        <p:txBody>
          <a:bodyPr/>
          <a:lstStyle/>
          <a:p>
            <a:pPr algn="just">
              <a:buFont typeface="Arial" panose="020B0604020202020204" pitchFamily="34" charset="0"/>
              <a:buNone/>
            </a:pPr>
            <a:r>
              <a:rPr lang="en-US" altLang="en-US" sz="2800" b="1"/>
              <a:t>3. Prediction and Decision Boundary</a:t>
            </a:r>
            <a:r>
              <a:rPr lang="en-US" altLang="en-US" sz="2800"/>
              <a:t>:</a:t>
            </a:r>
          </a:p>
          <a:p>
            <a:pPr algn="just"/>
            <a:r>
              <a:rPr lang="en-US" altLang="en-US" sz="2800"/>
              <a:t>The output of the sigmoid function is a probability value between 0 and 1, representing the likelihood that an input belongs to class 1.</a:t>
            </a:r>
          </a:p>
          <a:p>
            <a:pPr algn="just"/>
            <a:r>
              <a:rPr lang="en-US" altLang="en-US" sz="2800"/>
              <a:t>Typically, a threshold of 0.5 is used: If the probability is greater than or equal to 0.5, the instance is classified as class 1; otherwise, it’s classified as class 0.</a:t>
            </a:r>
          </a:p>
          <a:p>
            <a:pPr>
              <a:buFont typeface="Arial" panose="020B0604020202020204" pitchFamily="34" charset="0"/>
              <a:buNone/>
            </a:pPr>
            <a:r>
              <a:rPr lang="en-US" altLang="en-US" sz="2800" b="1"/>
              <a:t>4. Objective</a:t>
            </a:r>
            <a:r>
              <a:rPr lang="en-US" altLang="en-US" sz="2800"/>
              <a:t>:</a:t>
            </a:r>
            <a:br>
              <a:rPr lang="en-US" altLang="en-US" sz="2800"/>
            </a:br>
            <a:r>
              <a:rPr lang="en-US" altLang="en-US" sz="2800"/>
              <a:t>The goal of logistic regression is to </a:t>
            </a:r>
            <a:r>
              <a:rPr lang="en-US" altLang="en-US" sz="2800" b="1"/>
              <a:t>find the best-fit line</a:t>
            </a:r>
            <a:r>
              <a:rPr lang="en-US" altLang="en-US" sz="2800"/>
              <a:t> (or decision boundary) that separates the classes in the feature space. This is done by </a:t>
            </a:r>
            <a:r>
              <a:rPr lang="en-US" altLang="en-US" sz="2800" b="1"/>
              <a:t>maximizing the likelihood function</a:t>
            </a:r>
            <a:r>
              <a:rPr lang="en-US" altLang="en-US" sz="2800"/>
              <a:t> or equivalently minimizing the </a:t>
            </a:r>
            <a:r>
              <a:rPr lang="en-US" altLang="en-US" sz="2800" b="1"/>
              <a:t>log-loss</a:t>
            </a:r>
            <a:r>
              <a:rPr lang="en-US" altLang="en-US" sz="2800"/>
              <a:t> function.</a:t>
            </a:r>
          </a:p>
          <a:p>
            <a:pPr>
              <a:buFont typeface="Arial" panose="020B0604020202020204" pitchFamily="34" charset="0"/>
              <a:buNone/>
            </a:pPr>
            <a:endParaRPr lang="en-US" altLang="en-US" sz="16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AACED2DB-B687-E022-8C02-71CC5FDE013C}"/>
              </a:ext>
            </a:extLst>
          </p:cNvPr>
          <p:cNvSpPr>
            <a:spLocks noGrp="1"/>
          </p:cNvSpPr>
          <p:nvPr>
            <p:ph type="title"/>
          </p:nvPr>
        </p:nvSpPr>
        <p:spPr>
          <a:xfrm>
            <a:off x="457200" y="0"/>
            <a:ext cx="8229600" cy="836613"/>
          </a:xfrm>
        </p:spPr>
        <p:txBody>
          <a:bodyPr/>
          <a:lstStyle/>
          <a:p>
            <a:r>
              <a:rPr lang="en-US" altLang="en-US" sz="4800" b="1"/>
              <a:t>Logistic Regression</a:t>
            </a:r>
          </a:p>
        </p:txBody>
      </p:sp>
      <p:sp>
        <p:nvSpPr>
          <p:cNvPr id="28675" name="Content Placeholder 2">
            <a:extLst>
              <a:ext uri="{FF2B5EF4-FFF2-40B4-BE49-F238E27FC236}">
                <a16:creationId xmlns:a16="http://schemas.microsoft.com/office/drawing/2014/main" id="{7296E415-99D1-E4E4-1FEA-153DCBDEE074}"/>
              </a:ext>
            </a:extLst>
          </p:cNvPr>
          <p:cNvSpPr>
            <a:spLocks noGrp="1"/>
          </p:cNvSpPr>
          <p:nvPr>
            <p:ph idx="1"/>
          </p:nvPr>
        </p:nvSpPr>
        <p:spPr>
          <a:xfrm>
            <a:off x="179388" y="908050"/>
            <a:ext cx="8640762" cy="5545138"/>
          </a:xfrm>
        </p:spPr>
        <p:txBody>
          <a:bodyPr/>
          <a:lstStyle/>
          <a:p>
            <a:pPr algn="just">
              <a:buFont typeface="Arial" panose="020B0604020202020204" pitchFamily="34" charset="0"/>
              <a:buNone/>
            </a:pPr>
            <a:r>
              <a:rPr lang="en-US" altLang="en-US" sz="2800" b="1"/>
              <a:t>  </a:t>
            </a:r>
            <a:endParaRPr lang="en-US" altLang="en-US" sz="1600"/>
          </a:p>
        </p:txBody>
      </p:sp>
      <p:pic>
        <p:nvPicPr>
          <p:cNvPr id="28676" name="Picture 2">
            <a:extLst>
              <a:ext uri="{FF2B5EF4-FFF2-40B4-BE49-F238E27FC236}">
                <a16:creationId xmlns:a16="http://schemas.microsoft.com/office/drawing/2014/main" id="{03BF640D-1B82-A491-B165-E770B1B08B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825" y="1052513"/>
            <a:ext cx="8647113" cy="525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id="{604334DC-21EF-C58A-5C8F-E3323A420B52}"/>
              </a:ext>
            </a:extLst>
          </p:cNvPr>
          <p:cNvSpPr>
            <a:spLocks noGrp="1"/>
          </p:cNvSpPr>
          <p:nvPr>
            <p:ph type="title"/>
          </p:nvPr>
        </p:nvSpPr>
        <p:spPr>
          <a:xfrm>
            <a:off x="457200" y="0"/>
            <a:ext cx="8229600" cy="836613"/>
          </a:xfrm>
        </p:spPr>
        <p:txBody>
          <a:bodyPr/>
          <a:lstStyle/>
          <a:p>
            <a:r>
              <a:rPr lang="en-US" altLang="en-US" sz="4800" b="1"/>
              <a:t>Logistic Regression</a:t>
            </a:r>
          </a:p>
        </p:txBody>
      </p:sp>
      <p:sp>
        <p:nvSpPr>
          <p:cNvPr id="29699" name="Content Placeholder 2">
            <a:extLst>
              <a:ext uri="{FF2B5EF4-FFF2-40B4-BE49-F238E27FC236}">
                <a16:creationId xmlns:a16="http://schemas.microsoft.com/office/drawing/2014/main" id="{50974B73-3FB9-28E8-FEEF-F2838020E705}"/>
              </a:ext>
            </a:extLst>
          </p:cNvPr>
          <p:cNvSpPr>
            <a:spLocks noGrp="1"/>
          </p:cNvSpPr>
          <p:nvPr>
            <p:ph idx="1"/>
          </p:nvPr>
        </p:nvSpPr>
        <p:spPr>
          <a:xfrm>
            <a:off x="179388" y="908050"/>
            <a:ext cx="8640762" cy="5545138"/>
          </a:xfrm>
        </p:spPr>
        <p:txBody>
          <a:bodyPr/>
          <a:lstStyle/>
          <a:p>
            <a:r>
              <a:rPr lang="en-US" altLang="en-US" b="1"/>
              <a:t>Example use case:</a:t>
            </a:r>
            <a:br>
              <a:rPr lang="en-US" altLang="en-US"/>
            </a:br>
            <a:r>
              <a:rPr lang="en-US" altLang="en-US"/>
              <a:t>Predicting if a person will buy a product based on the number of times they have visited the website.</a:t>
            </a:r>
          </a:p>
          <a:p>
            <a:r>
              <a:rPr lang="en-US" altLang="en-US" b="1"/>
              <a:t>Interpretation:</a:t>
            </a:r>
            <a:br>
              <a:rPr lang="en-US" altLang="en-US"/>
            </a:br>
            <a:r>
              <a:rPr lang="en-US" altLang="en-US"/>
              <a:t>The output is a probability between 0 and 1. Based on a threshold (e.g., 0.5), we classify the result into one of two classes (0 or 1). If the probability is greater than the threshold, the prediction is class 1; otherwise, it's class 0.</a:t>
            </a:r>
          </a:p>
          <a:p>
            <a:pPr>
              <a:buFont typeface="Arial" panose="020B0604020202020204" pitchFamily="34" charset="0"/>
              <a:buNone/>
            </a:pPr>
            <a:endParaRPr lang="en-US" altLang="en-US" sz="16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1CBCF024-9FFC-4F7F-1760-2235931748A8}"/>
              </a:ext>
            </a:extLst>
          </p:cNvPr>
          <p:cNvSpPr>
            <a:spLocks noGrp="1"/>
          </p:cNvSpPr>
          <p:nvPr>
            <p:ph type="title"/>
          </p:nvPr>
        </p:nvSpPr>
        <p:spPr>
          <a:xfrm>
            <a:off x="457200" y="0"/>
            <a:ext cx="8229600" cy="836613"/>
          </a:xfrm>
        </p:spPr>
        <p:txBody>
          <a:bodyPr/>
          <a:lstStyle/>
          <a:p>
            <a:r>
              <a:rPr lang="en-US" altLang="en-US" sz="4800" b="1"/>
              <a:t>Logistic Regression</a:t>
            </a:r>
          </a:p>
        </p:txBody>
      </p:sp>
      <p:sp>
        <p:nvSpPr>
          <p:cNvPr id="30723" name="Content Placeholder 2">
            <a:extLst>
              <a:ext uri="{FF2B5EF4-FFF2-40B4-BE49-F238E27FC236}">
                <a16:creationId xmlns:a16="http://schemas.microsoft.com/office/drawing/2014/main" id="{B1410548-B253-3D4B-AC44-AA7132C18FC2}"/>
              </a:ext>
            </a:extLst>
          </p:cNvPr>
          <p:cNvSpPr>
            <a:spLocks noGrp="1"/>
          </p:cNvSpPr>
          <p:nvPr>
            <p:ph idx="1"/>
          </p:nvPr>
        </p:nvSpPr>
        <p:spPr>
          <a:xfrm>
            <a:off x="179388" y="908050"/>
            <a:ext cx="8640762" cy="5545138"/>
          </a:xfrm>
        </p:spPr>
        <p:txBody>
          <a:bodyPr/>
          <a:lstStyle/>
          <a:p>
            <a:pPr>
              <a:buFont typeface="Arial" panose="020B0604020202020204" pitchFamily="34" charset="0"/>
              <a:buNone/>
            </a:pPr>
            <a:r>
              <a:rPr lang="en-US" altLang="en-US" sz="1600"/>
              <a:t>   </a:t>
            </a:r>
          </a:p>
        </p:txBody>
      </p:sp>
      <p:pic>
        <p:nvPicPr>
          <p:cNvPr id="30724" name="Picture 2">
            <a:extLst>
              <a:ext uri="{FF2B5EF4-FFF2-40B4-BE49-F238E27FC236}">
                <a16:creationId xmlns:a16="http://schemas.microsoft.com/office/drawing/2014/main" id="{23DA5F30-2209-B440-FF91-181A821507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825" y="836613"/>
            <a:ext cx="8789988" cy="547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F8F64703-8A8A-A002-83E5-3D409147CDF3}"/>
              </a:ext>
            </a:extLst>
          </p:cNvPr>
          <p:cNvSpPr>
            <a:spLocks noGrp="1"/>
          </p:cNvSpPr>
          <p:nvPr>
            <p:ph type="title"/>
          </p:nvPr>
        </p:nvSpPr>
        <p:spPr>
          <a:xfrm>
            <a:off x="457200" y="0"/>
            <a:ext cx="8229600" cy="836613"/>
          </a:xfrm>
        </p:spPr>
        <p:txBody>
          <a:bodyPr/>
          <a:lstStyle/>
          <a:p>
            <a:r>
              <a:rPr lang="en-US" altLang="en-US" sz="4800" b="1"/>
              <a:t>Logistic Regression</a:t>
            </a:r>
          </a:p>
        </p:txBody>
      </p:sp>
      <p:sp>
        <p:nvSpPr>
          <p:cNvPr id="31747" name="Content Placeholder 2">
            <a:extLst>
              <a:ext uri="{FF2B5EF4-FFF2-40B4-BE49-F238E27FC236}">
                <a16:creationId xmlns:a16="http://schemas.microsoft.com/office/drawing/2014/main" id="{9A1823D8-DE8B-CD57-A8BF-7DA7600755CB}"/>
              </a:ext>
            </a:extLst>
          </p:cNvPr>
          <p:cNvSpPr>
            <a:spLocks noGrp="1"/>
          </p:cNvSpPr>
          <p:nvPr>
            <p:ph idx="1"/>
          </p:nvPr>
        </p:nvSpPr>
        <p:spPr>
          <a:xfrm>
            <a:off x="179388" y="908050"/>
            <a:ext cx="8640762" cy="5545138"/>
          </a:xfrm>
        </p:spPr>
        <p:txBody>
          <a:bodyPr/>
          <a:lstStyle/>
          <a:p>
            <a:r>
              <a:rPr lang="en-US" altLang="en-US" b="1"/>
              <a:t>Example use case:</a:t>
            </a:r>
            <a:br>
              <a:rPr lang="en-US" altLang="en-US"/>
            </a:br>
            <a:r>
              <a:rPr lang="en-US" altLang="en-US"/>
              <a:t>Predicting whether a patient has a certain disease based on age, weight, blood pressure, cholesterol level, and other medical factors.</a:t>
            </a:r>
          </a:p>
          <a:p>
            <a:r>
              <a:rPr lang="en-US" altLang="en-US" b="1"/>
              <a:t>Interpretation:</a:t>
            </a:r>
            <a:br>
              <a:rPr lang="en-US" altLang="en-US"/>
            </a:br>
            <a:r>
              <a:rPr lang="en-US" altLang="en-US"/>
              <a:t>Just like univariate logistic regression, the output is a probability, but here it’s influenced by multiple predictors. The coefficients β1,β2,…… tell us how strongly each feature contributes to the prediction.</a:t>
            </a:r>
          </a:p>
          <a:p>
            <a:pPr>
              <a:buFont typeface="Arial" panose="020B0604020202020204" pitchFamily="34" charset="0"/>
              <a:buNone/>
            </a:pPr>
            <a:endParaRPr lang="en-US" altLang="en-US" sz="16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436CCAC7-097C-F197-557D-28830DCFE98F}"/>
              </a:ext>
            </a:extLst>
          </p:cNvPr>
          <p:cNvSpPr>
            <a:spLocks noGrp="1"/>
          </p:cNvSpPr>
          <p:nvPr>
            <p:ph type="title"/>
          </p:nvPr>
        </p:nvSpPr>
        <p:spPr>
          <a:xfrm>
            <a:off x="457200" y="0"/>
            <a:ext cx="8229600" cy="836613"/>
          </a:xfrm>
        </p:spPr>
        <p:txBody>
          <a:bodyPr/>
          <a:lstStyle/>
          <a:p>
            <a:r>
              <a:rPr lang="en-US" altLang="en-US" sz="4800" b="1"/>
              <a:t>Logistic Regression</a:t>
            </a:r>
          </a:p>
        </p:txBody>
      </p:sp>
      <p:sp>
        <p:nvSpPr>
          <p:cNvPr id="32771" name="Content Placeholder 2">
            <a:extLst>
              <a:ext uri="{FF2B5EF4-FFF2-40B4-BE49-F238E27FC236}">
                <a16:creationId xmlns:a16="http://schemas.microsoft.com/office/drawing/2014/main" id="{0A3EE2EE-859D-F676-7D67-0D5B2B69D60D}"/>
              </a:ext>
            </a:extLst>
          </p:cNvPr>
          <p:cNvSpPr>
            <a:spLocks noGrp="1"/>
          </p:cNvSpPr>
          <p:nvPr>
            <p:ph idx="1"/>
          </p:nvPr>
        </p:nvSpPr>
        <p:spPr>
          <a:xfrm>
            <a:off x="179388" y="908050"/>
            <a:ext cx="8640762" cy="5545138"/>
          </a:xfrm>
        </p:spPr>
        <p:txBody>
          <a:bodyPr/>
          <a:lstStyle/>
          <a:p>
            <a:pPr algn="just"/>
            <a:r>
              <a:rPr lang="en-US" altLang="en-US" sz="2800" b="1"/>
              <a:t>Key Differences:</a:t>
            </a:r>
          </a:p>
          <a:p>
            <a:pPr algn="just"/>
            <a:r>
              <a:rPr lang="en-US" altLang="en-US" sz="2800" b="1"/>
              <a:t>Number of Features:</a:t>
            </a:r>
            <a:endParaRPr lang="en-US" altLang="en-US" sz="2800"/>
          </a:p>
          <a:p>
            <a:pPr lvl="1" algn="just"/>
            <a:r>
              <a:rPr lang="en-US" altLang="en-US" sz="2400"/>
              <a:t>Univariate uses </a:t>
            </a:r>
            <a:r>
              <a:rPr lang="en-US" altLang="en-US" sz="2400" b="1"/>
              <a:t>one</a:t>
            </a:r>
            <a:r>
              <a:rPr lang="en-US" altLang="en-US" sz="2400"/>
              <a:t> feature to predict the outcome.</a:t>
            </a:r>
          </a:p>
          <a:p>
            <a:pPr lvl="1" algn="just"/>
            <a:r>
              <a:rPr lang="en-US" altLang="en-US" sz="2400"/>
              <a:t>Multivariate uses </a:t>
            </a:r>
            <a:r>
              <a:rPr lang="en-US" altLang="en-US" sz="2400" b="1"/>
              <a:t>multiple</a:t>
            </a:r>
            <a:r>
              <a:rPr lang="en-US" altLang="en-US" sz="2400"/>
              <a:t> features to predict the outcome.</a:t>
            </a:r>
          </a:p>
          <a:p>
            <a:pPr algn="just"/>
            <a:r>
              <a:rPr lang="en-US" altLang="en-US" sz="2800" b="1"/>
              <a:t>Model Complexity:</a:t>
            </a:r>
            <a:endParaRPr lang="en-US" altLang="en-US" sz="2800"/>
          </a:p>
          <a:p>
            <a:pPr lvl="1" algn="just"/>
            <a:r>
              <a:rPr lang="en-US" altLang="en-US" sz="2400"/>
              <a:t>Univariate is simpler and easier to interpret.</a:t>
            </a:r>
          </a:p>
          <a:p>
            <a:pPr lvl="1" algn="just"/>
            <a:r>
              <a:rPr lang="en-US" altLang="en-US" sz="2400"/>
              <a:t>Multivariate is more complex but allows for more nuanced decision boundaries.</a:t>
            </a:r>
          </a:p>
          <a:p>
            <a:pPr algn="just"/>
            <a:r>
              <a:rPr lang="en-US" altLang="en-US" sz="2800" b="1"/>
              <a:t>Applicability:</a:t>
            </a:r>
            <a:endParaRPr lang="en-US" altLang="en-US" sz="2800"/>
          </a:p>
          <a:p>
            <a:pPr lvl="1" algn="just"/>
            <a:r>
              <a:rPr lang="en-US" altLang="en-US" sz="2400"/>
              <a:t>Univariate is limited to simple cases where one feature is a strong predictor of the outcome.</a:t>
            </a:r>
          </a:p>
          <a:p>
            <a:pPr lvl="1" algn="just"/>
            <a:r>
              <a:rPr lang="en-US" altLang="en-US" sz="2400"/>
              <a:t>Multivariate is more flexible and applicable to real-world problems where multiple factors influence the outcome.</a:t>
            </a:r>
          </a:p>
          <a:p>
            <a:pPr>
              <a:buFont typeface="Arial" panose="020B0604020202020204" pitchFamily="34" charset="0"/>
              <a:buNone/>
            </a:pPr>
            <a:endParaRPr lang="en-US" altLang="en-US" sz="16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a:extLst>
              <a:ext uri="{FF2B5EF4-FFF2-40B4-BE49-F238E27FC236}">
                <a16:creationId xmlns:a16="http://schemas.microsoft.com/office/drawing/2014/main" id="{5C5A16E7-D1E5-7E15-D001-439B62A2C3CC}"/>
              </a:ext>
            </a:extLst>
          </p:cNvPr>
          <p:cNvSpPr>
            <a:spLocks noGrp="1"/>
          </p:cNvSpPr>
          <p:nvPr>
            <p:ph type="title"/>
          </p:nvPr>
        </p:nvSpPr>
        <p:spPr>
          <a:xfrm>
            <a:off x="457200" y="0"/>
            <a:ext cx="8229600" cy="836613"/>
          </a:xfrm>
        </p:spPr>
        <p:txBody>
          <a:bodyPr/>
          <a:lstStyle/>
          <a:p>
            <a:r>
              <a:rPr lang="en-US" altLang="en-US" sz="4800" b="1"/>
              <a:t>Logistic Regression</a:t>
            </a:r>
          </a:p>
        </p:txBody>
      </p:sp>
      <p:sp>
        <p:nvSpPr>
          <p:cNvPr id="33795" name="Content Placeholder 2">
            <a:extLst>
              <a:ext uri="{FF2B5EF4-FFF2-40B4-BE49-F238E27FC236}">
                <a16:creationId xmlns:a16="http://schemas.microsoft.com/office/drawing/2014/main" id="{73DDBB27-171C-EA59-EE5F-154BEDCC294D}"/>
              </a:ext>
            </a:extLst>
          </p:cNvPr>
          <p:cNvSpPr>
            <a:spLocks noGrp="1"/>
          </p:cNvSpPr>
          <p:nvPr>
            <p:ph idx="1"/>
          </p:nvPr>
        </p:nvSpPr>
        <p:spPr>
          <a:xfrm>
            <a:off x="179388" y="908050"/>
            <a:ext cx="8640762" cy="5545138"/>
          </a:xfrm>
        </p:spPr>
        <p:txBody>
          <a:bodyPr/>
          <a:lstStyle/>
          <a:p>
            <a:pPr algn="just">
              <a:buFont typeface="Arial" panose="020B0604020202020204" pitchFamily="34" charset="0"/>
              <a:buNone/>
            </a:pPr>
            <a:r>
              <a:rPr lang="en-US" altLang="en-US" sz="2000" b="1"/>
              <a:t>Steps to Implement Logistic Regression</a:t>
            </a:r>
          </a:p>
          <a:p>
            <a:pPr algn="just"/>
            <a:r>
              <a:rPr lang="en-US" altLang="en-US" sz="2000" b="1"/>
              <a:t>Prepare Data</a:t>
            </a:r>
            <a:r>
              <a:rPr lang="en-US" altLang="en-US" sz="2000"/>
              <a:t>:</a:t>
            </a:r>
          </a:p>
          <a:p>
            <a:pPr lvl="1" algn="just"/>
            <a:r>
              <a:rPr lang="en-US" altLang="en-US" sz="2000"/>
              <a:t>Clean the data, handle missing values, and encode categorical variables if needed.</a:t>
            </a:r>
          </a:p>
          <a:p>
            <a:pPr lvl="1" algn="just"/>
            <a:r>
              <a:rPr lang="en-US" altLang="en-US" sz="2000"/>
              <a:t>Scale or normalize the features if the dataset contains features with very different ranges (optional but often useful).</a:t>
            </a:r>
          </a:p>
          <a:p>
            <a:pPr algn="just"/>
            <a:r>
              <a:rPr lang="en-US" altLang="en-US" sz="2000" b="1"/>
              <a:t>Train the Model</a:t>
            </a:r>
            <a:r>
              <a:rPr lang="en-US" altLang="en-US" sz="2000"/>
              <a:t>:</a:t>
            </a:r>
          </a:p>
          <a:p>
            <a:pPr lvl="1" algn="just"/>
            <a:r>
              <a:rPr lang="en-US" altLang="en-US" sz="2000"/>
              <a:t>Fit the logistic regression model to the training data by adjusting the parameters β0,β1,…​. This is done by minimizing the </a:t>
            </a:r>
            <a:r>
              <a:rPr lang="en-US" altLang="en-US" sz="2000" b="1"/>
              <a:t>cost function</a:t>
            </a:r>
            <a:r>
              <a:rPr lang="en-US" altLang="en-US" sz="2000"/>
              <a:t> (often the </a:t>
            </a:r>
            <a:r>
              <a:rPr lang="en-US" altLang="en-US" sz="2000" b="1"/>
              <a:t>log loss</a:t>
            </a:r>
            <a:r>
              <a:rPr lang="en-US" altLang="en-US" sz="2000"/>
              <a:t> function).</a:t>
            </a:r>
          </a:p>
          <a:p>
            <a:pPr algn="just"/>
            <a:r>
              <a:rPr lang="en-US" altLang="en-US" sz="2000" b="1"/>
              <a:t>Model Evaluation</a:t>
            </a:r>
            <a:r>
              <a:rPr lang="en-US" altLang="en-US" sz="2000"/>
              <a:t>:</a:t>
            </a:r>
          </a:p>
          <a:p>
            <a:pPr lvl="1" algn="just"/>
            <a:r>
              <a:rPr lang="en-US" altLang="en-US" sz="2000"/>
              <a:t>Use various metrics like </a:t>
            </a:r>
            <a:r>
              <a:rPr lang="en-US" altLang="en-US" sz="2000" b="1"/>
              <a:t>accuracy</a:t>
            </a:r>
            <a:r>
              <a:rPr lang="en-US" altLang="en-US" sz="2000"/>
              <a:t>, </a:t>
            </a:r>
            <a:r>
              <a:rPr lang="en-US" altLang="en-US" sz="2000" b="1"/>
              <a:t>precision</a:t>
            </a:r>
            <a:r>
              <a:rPr lang="en-US" altLang="en-US" sz="2000"/>
              <a:t>, </a:t>
            </a:r>
            <a:r>
              <a:rPr lang="en-US" altLang="en-US" sz="2000" b="1"/>
              <a:t>recall</a:t>
            </a:r>
            <a:r>
              <a:rPr lang="en-US" altLang="en-US" sz="2000"/>
              <a:t>, </a:t>
            </a:r>
            <a:r>
              <a:rPr lang="en-US" altLang="en-US" sz="2000" b="1"/>
              <a:t>F1-score</a:t>
            </a:r>
            <a:r>
              <a:rPr lang="en-US" altLang="en-US" sz="2000"/>
              <a:t>, and </a:t>
            </a:r>
            <a:r>
              <a:rPr lang="en-US" altLang="en-US" sz="2000" b="1"/>
              <a:t>ROC-AUC</a:t>
            </a:r>
            <a:r>
              <a:rPr lang="en-US" altLang="en-US" sz="2000"/>
              <a:t> to evaluate the performance of the model on test data.</a:t>
            </a:r>
          </a:p>
          <a:p>
            <a:pPr algn="just"/>
            <a:r>
              <a:rPr lang="en-US" altLang="en-US" sz="2000" b="1"/>
              <a:t>Make Predictions</a:t>
            </a:r>
            <a:r>
              <a:rPr lang="en-US" altLang="en-US" sz="2000"/>
              <a:t>:</a:t>
            </a:r>
          </a:p>
          <a:p>
            <a:pPr lvl="1" algn="just"/>
            <a:r>
              <a:rPr lang="en-US" altLang="en-US" sz="2000"/>
              <a:t>Once trained, use the model to predict the class of new, unseen data by computing the probability using the sigmoid function and applying the threshold (usually 0.5).</a:t>
            </a:r>
          </a:p>
          <a:p>
            <a:pPr>
              <a:buFont typeface="Arial" panose="020B0604020202020204" pitchFamily="34" charset="0"/>
              <a:buNone/>
            </a:pPr>
            <a:endParaRPr lang="en-US" altLang="en-US" sz="16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CFAF9F8A-12F5-6C0A-9E39-7ED9922CABBF}"/>
              </a:ext>
            </a:extLst>
          </p:cNvPr>
          <p:cNvSpPr>
            <a:spLocks noGrp="1"/>
          </p:cNvSpPr>
          <p:nvPr>
            <p:ph type="title"/>
          </p:nvPr>
        </p:nvSpPr>
        <p:spPr>
          <a:xfrm>
            <a:off x="457200" y="0"/>
            <a:ext cx="8229600" cy="836613"/>
          </a:xfrm>
        </p:spPr>
        <p:txBody>
          <a:bodyPr/>
          <a:lstStyle/>
          <a:p>
            <a:r>
              <a:rPr lang="en-US" altLang="en-US" sz="4800" b="1"/>
              <a:t>Logistic Regression</a:t>
            </a:r>
          </a:p>
        </p:txBody>
      </p:sp>
      <p:sp>
        <p:nvSpPr>
          <p:cNvPr id="34819" name="Content Placeholder 2">
            <a:extLst>
              <a:ext uri="{FF2B5EF4-FFF2-40B4-BE49-F238E27FC236}">
                <a16:creationId xmlns:a16="http://schemas.microsoft.com/office/drawing/2014/main" id="{C21641C0-C96C-94F5-19E4-E58E10C36AF1}"/>
              </a:ext>
            </a:extLst>
          </p:cNvPr>
          <p:cNvSpPr>
            <a:spLocks noGrp="1"/>
          </p:cNvSpPr>
          <p:nvPr>
            <p:ph idx="1"/>
          </p:nvPr>
        </p:nvSpPr>
        <p:spPr>
          <a:xfrm>
            <a:off x="179388" y="908050"/>
            <a:ext cx="8640762" cy="5545138"/>
          </a:xfrm>
        </p:spPr>
        <p:txBody>
          <a:bodyPr/>
          <a:lstStyle/>
          <a:p>
            <a:pPr>
              <a:buFont typeface="Arial" panose="020B0604020202020204" pitchFamily="34" charset="0"/>
              <a:buNone/>
            </a:pPr>
            <a:r>
              <a:rPr lang="en-US" altLang="en-US" sz="1600"/>
              <a:t>   </a:t>
            </a:r>
          </a:p>
        </p:txBody>
      </p:sp>
      <p:pic>
        <p:nvPicPr>
          <p:cNvPr id="34820" name="Picture 2">
            <a:extLst>
              <a:ext uri="{FF2B5EF4-FFF2-40B4-BE49-F238E27FC236}">
                <a16:creationId xmlns:a16="http://schemas.microsoft.com/office/drawing/2014/main" id="{54F54A32-CE3B-4EFA-FACC-E48A5F856B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825" y="765175"/>
            <a:ext cx="8745538" cy="575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263FA958-397B-D0A3-7D33-60710C63DA48}"/>
              </a:ext>
            </a:extLst>
          </p:cNvPr>
          <p:cNvSpPr>
            <a:spLocks noGrp="1"/>
          </p:cNvSpPr>
          <p:nvPr>
            <p:ph type="title"/>
          </p:nvPr>
        </p:nvSpPr>
        <p:spPr>
          <a:xfrm>
            <a:off x="457200" y="0"/>
            <a:ext cx="8229600" cy="836613"/>
          </a:xfrm>
        </p:spPr>
        <p:txBody>
          <a:bodyPr/>
          <a:lstStyle/>
          <a:p>
            <a:r>
              <a:rPr lang="en-US" altLang="en-US" sz="4800" b="1"/>
              <a:t>Logistic Regression</a:t>
            </a:r>
          </a:p>
        </p:txBody>
      </p:sp>
      <p:sp>
        <p:nvSpPr>
          <p:cNvPr id="35843" name="Content Placeholder 2">
            <a:extLst>
              <a:ext uri="{FF2B5EF4-FFF2-40B4-BE49-F238E27FC236}">
                <a16:creationId xmlns:a16="http://schemas.microsoft.com/office/drawing/2014/main" id="{5A677D77-F3DD-12E1-A0E4-860352F8449A}"/>
              </a:ext>
            </a:extLst>
          </p:cNvPr>
          <p:cNvSpPr>
            <a:spLocks noGrp="1"/>
          </p:cNvSpPr>
          <p:nvPr>
            <p:ph idx="1"/>
          </p:nvPr>
        </p:nvSpPr>
        <p:spPr>
          <a:xfrm>
            <a:off x="179388" y="908050"/>
            <a:ext cx="8640762" cy="5545138"/>
          </a:xfrm>
        </p:spPr>
        <p:txBody>
          <a:bodyPr/>
          <a:lstStyle/>
          <a:p>
            <a:pPr algn="just">
              <a:buFont typeface="Arial" panose="020B0604020202020204" pitchFamily="34" charset="0"/>
              <a:buNone/>
            </a:pPr>
            <a:r>
              <a:rPr lang="en-US" altLang="en-US" b="1"/>
              <a:t>Regularization in Logistic Regression</a:t>
            </a:r>
          </a:p>
          <a:p>
            <a:pPr algn="just"/>
            <a:r>
              <a:rPr lang="en-US" altLang="en-US"/>
              <a:t>Sometimes, </a:t>
            </a:r>
            <a:r>
              <a:rPr lang="en-US" altLang="en-US" b="1"/>
              <a:t>regularization</a:t>
            </a:r>
            <a:r>
              <a:rPr lang="en-US" altLang="en-US"/>
              <a:t> is applied to logistic regression to prevent overfitting, especially when there are many features. Regularization techniques include:</a:t>
            </a:r>
          </a:p>
          <a:p>
            <a:pPr algn="just"/>
            <a:r>
              <a:rPr lang="en-US" altLang="en-US" b="1"/>
              <a:t>L1 regularization (Lasso)</a:t>
            </a:r>
            <a:r>
              <a:rPr lang="en-US" altLang="en-US"/>
              <a:t>: Adds a penalty proportional to the absolute value of the coefficients.</a:t>
            </a:r>
          </a:p>
          <a:p>
            <a:pPr algn="just"/>
            <a:r>
              <a:rPr lang="en-US" altLang="en-US" b="1"/>
              <a:t>L2 regularization (Ridge)</a:t>
            </a:r>
            <a:r>
              <a:rPr lang="en-US" altLang="en-US"/>
              <a:t>: Adds a penalty proportional to the squared value of the coefficients.</a:t>
            </a:r>
          </a:p>
          <a:p>
            <a:pPr>
              <a:buFont typeface="Arial" panose="020B0604020202020204" pitchFamily="34" charset="0"/>
              <a:buNone/>
            </a:pPr>
            <a:endParaRPr lang="en-US" altLang="en-US" sz="16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a:extLst>
              <a:ext uri="{FF2B5EF4-FFF2-40B4-BE49-F238E27FC236}">
                <a16:creationId xmlns:a16="http://schemas.microsoft.com/office/drawing/2014/main" id="{FFECCF78-4779-814B-2E38-794F56724EBB}"/>
              </a:ext>
            </a:extLst>
          </p:cNvPr>
          <p:cNvSpPr>
            <a:spLocks noGrp="1"/>
          </p:cNvSpPr>
          <p:nvPr>
            <p:ph type="title"/>
          </p:nvPr>
        </p:nvSpPr>
        <p:spPr>
          <a:xfrm>
            <a:off x="457200" y="0"/>
            <a:ext cx="8229600" cy="836613"/>
          </a:xfrm>
        </p:spPr>
        <p:txBody>
          <a:bodyPr/>
          <a:lstStyle/>
          <a:p>
            <a:r>
              <a:rPr lang="en-US" altLang="en-US" sz="4800" b="1"/>
              <a:t>Logistic Regression</a:t>
            </a:r>
          </a:p>
        </p:txBody>
      </p:sp>
      <p:sp>
        <p:nvSpPr>
          <p:cNvPr id="36867" name="Content Placeholder 2">
            <a:extLst>
              <a:ext uri="{FF2B5EF4-FFF2-40B4-BE49-F238E27FC236}">
                <a16:creationId xmlns:a16="http://schemas.microsoft.com/office/drawing/2014/main" id="{317EA047-E3FC-626F-309C-4CC64CD649D8}"/>
              </a:ext>
            </a:extLst>
          </p:cNvPr>
          <p:cNvSpPr>
            <a:spLocks noGrp="1"/>
          </p:cNvSpPr>
          <p:nvPr>
            <p:ph idx="1"/>
          </p:nvPr>
        </p:nvSpPr>
        <p:spPr>
          <a:xfrm>
            <a:off x="179388" y="908050"/>
            <a:ext cx="8640762" cy="5545138"/>
          </a:xfrm>
        </p:spPr>
        <p:txBody>
          <a:bodyPr/>
          <a:lstStyle/>
          <a:p>
            <a:pPr algn="just">
              <a:buFont typeface="Arial" panose="020B0604020202020204" pitchFamily="34" charset="0"/>
              <a:buNone/>
            </a:pPr>
            <a:r>
              <a:rPr lang="en-US" altLang="en-US" sz="2400" b="1"/>
              <a:t>Pros and Cons of Logistic Regression</a:t>
            </a:r>
          </a:p>
          <a:p>
            <a:pPr algn="just">
              <a:buFont typeface="Arial" panose="020B0604020202020204" pitchFamily="34" charset="0"/>
              <a:buNone/>
            </a:pPr>
            <a:r>
              <a:rPr lang="en-US" altLang="en-US" sz="2400" b="1"/>
              <a:t>Pros:</a:t>
            </a:r>
            <a:endParaRPr lang="en-US" altLang="en-US" sz="2400"/>
          </a:p>
          <a:p>
            <a:pPr algn="just"/>
            <a:r>
              <a:rPr lang="en-US" altLang="en-US" sz="2400"/>
              <a:t>Simple to understand and implement.</a:t>
            </a:r>
          </a:p>
          <a:p>
            <a:pPr algn="just"/>
            <a:r>
              <a:rPr lang="en-US" altLang="en-US" sz="2400"/>
              <a:t>Efficient for binary classification.</a:t>
            </a:r>
          </a:p>
          <a:p>
            <a:pPr algn="just"/>
            <a:r>
              <a:rPr lang="en-US" altLang="en-US" sz="2400"/>
              <a:t>Interpretable model: Coefficients can indicate the relationship between features and the target.</a:t>
            </a:r>
          </a:p>
          <a:p>
            <a:pPr algn="just"/>
            <a:r>
              <a:rPr lang="en-US" altLang="en-US" sz="2400"/>
              <a:t>Works well with linearly separable data.</a:t>
            </a:r>
          </a:p>
          <a:p>
            <a:pPr algn="just">
              <a:buFont typeface="Arial" panose="020B0604020202020204" pitchFamily="34" charset="0"/>
              <a:buNone/>
            </a:pPr>
            <a:r>
              <a:rPr lang="en-US" altLang="en-US" sz="2400" b="1"/>
              <a:t>Cons:</a:t>
            </a:r>
            <a:endParaRPr lang="en-US" altLang="en-US" sz="2400"/>
          </a:p>
          <a:p>
            <a:pPr algn="just"/>
            <a:r>
              <a:rPr lang="en-US" altLang="en-US" sz="2400"/>
              <a:t>Assumes a linear relationship between the input features and the log-odds of the target variable (not always true in real-world problems).</a:t>
            </a:r>
          </a:p>
          <a:p>
            <a:pPr algn="just"/>
            <a:r>
              <a:rPr lang="en-US" altLang="en-US" sz="2400"/>
              <a:t>Sensitive to outliers.</a:t>
            </a:r>
          </a:p>
          <a:p>
            <a:pPr algn="just"/>
            <a:r>
              <a:rPr lang="en-US" altLang="en-US" sz="2400"/>
              <a:t>May not perform well on complex, non-linear relationships without additional transformations or feature engineering.</a:t>
            </a:r>
          </a:p>
          <a:p>
            <a:pPr>
              <a:buFont typeface="Arial" panose="020B0604020202020204" pitchFamily="34" charset="0"/>
              <a:buNone/>
            </a:pPr>
            <a:endParaRPr lang="en-US" altLang="en-US" sz="16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a:extLst>
              <a:ext uri="{FF2B5EF4-FFF2-40B4-BE49-F238E27FC236}">
                <a16:creationId xmlns:a16="http://schemas.microsoft.com/office/drawing/2014/main" id="{C75B63FF-14FC-9716-3763-40EF9E55A0C3}"/>
              </a:ext>
            </a:extLst>
          </p:cNvPr>
          <p:cNvSpPr>
            <a:spLocks noGrp="1"/>
          </p:cNvSpPr>
          <p:nvPr>
            <p:ph type="title"/>
          </p:nvPr>
        </p:nvSpPr>
        <p:spPr>
          <a:xfrm>
            <a:off x="457200" y="0"/>
            <a:ext cx="8229600" cy="836613"/>
          </a:xfrm>
        </p:spPr>
        <p:txBody>
          <a:bodyPr/>
          <a:lstStyle/>
          <a:p>
            <a:r>
              <a:rPr lang="en-US" altLang="en-US" sz="4800" b="1"/>
              <a:t>Regression Analysis </a:t>
            </a:r>
          </a:p>
        </p:txBody>
      </p:sp>
      <p:sp>
        <p:nvSpPr>
          <p:cNvPr id="37891" name="Content Placeholder 2">
            <a:extLst>
              <a:ext uri="{FF2B5EF4-FFF2-40B4-BE49-F238E27FC236}">
                <a16:creationId xmlns:a16="http://schemas.microsoft.com/office/drawing/2014/main" id="{3A5FBBA2-08E9-A352-E993-03423E04534A}"/>
              </a:ext>
            </a:extLst>
          </p:cNvPr>
          <p:cNvSpPr>
            <a:spLocks noGrp="1"/>
          </p:cNvSpPr>
          <p:nvPr>
            <p:ph idx="1"/>
          </p:nvPr>
        </p:nvSpPr>
        <p:spPr>
          <a:xfrm>
            <a:off x="179388" y="908050"/>
            <a:ext cx="8640762" cy="5545138"/>
          </a:xfrm>
        </p:spPr>
        <p:txBody>
          <a:bodyPr/>
          <a:lstStyle/>
          <a:p>
            <a:pPr algn="just">
              <a:buFont typeface="Arial" panose="020B0604020202020204" pitchFamily="34" charset="0"/>
              <a:buNone/>
            </a:pPr>
            <a:r>
              <a:rPr lang="en-US" altLang="en-US" b="1"/>
              <a:t>Steps in Regression Analysis:</a:t>
            </a:r>
          </a:p>
          <a:p>
            <a:pPr algn="just"/>
            <a:r>
              <a:rPr lang="en-US" altLang="en-US" b="1"/>
              <a:t>Data Collection</a:t>
            </a:r>
            <a:r>
              <a:rPr lang="en-US" altLang="en-US"/>
              <a:t>: Gather data on the variables of interest (dependent and independent variables).</a:t>
            </a:r>
          </a:p>
          <a:p>
            <a:pPr algn="just"/>
            <a:r>
              <a:rPr lang="en-US" altLang="en-US" b="1"/>
              <a:t>Exploratory Data Analysis (EDA)</a:t>
            </a:r>
            <a:r>
              <a:rPr lang="en-US" altLang="en-US"/>
              <a:t>: Understand the relationships between variables through visualizations and summary statistics.</a:t>
            </a:r>
          </a:p>
          <a:p>
            <a:pPr algn="just"/>
            <a:r>
              <a:rPr lang="en-US" altLang="en-US" b="1"/>
              <a:t>Model Building</a:t>
            </a:r>
            <a:r>
              <a:rPr lang="en-US" altLang="en-US"/>
              <a:t>: Choose the appropriate regression model based on the data and the problem context.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a:extLst>
              <a:ext uri="{FF2B5EF4-FFF2-40B4-BE49-F238E27FC236}">
                <a16:creationId xmlns:a16="http://schemas.microsoft.com/office/drawing/2014/main" id="{7B3A5854-333B-0807-4DA4-1E03AEBE7F05}"/>
              </a:ext>
            </a:extLst>
          </p:cNvPr>
          <p:cNvSpPr>
            <a:spLocks noGrp="1"/>
          </p:cNvSpPr>
          <p:nvPr>
            <p:ph type="title"/>
          </p:nvPr>
        </p:nvSpPr>
        <p:spPr>
          <a:xfrm>
            <a:off x="457200" y="0"/>
            <a:ext cx="8229600" cy="836613"/>
          </a:xfrm>
        </p:spPr>
        <p:txBody>
          <a:bodyPr/>
          <a:lstStyle/>
          <a:p>
            <a:r>
              <a:rPr lang="en-US" altLang="en-US" sz="4800" b="1"/>
              <a:t>Regression Analysis </a:t>
            </a:r>
          </a:p>
        </p:txBody>
      </p:sp>
      <p:sp>
        <p:nvSpPr>
          <p:cNvPr id="38915" name="Content Placeholder 2">
            <a:extLst>
              <a:ext uri="{FF2B5EF4-FFF2-40B4-BE49-F238E27FC236}">
                <a16:creationId xmlns:a16="http://schemas.microsoft.com/office/drawing/2014/main" id="{A2509A83-2100-F15D-9514-D127A5FBA7A9}"/>
              </a:ext>
            </a:extLst>
          </p:cNvPr>
          <p:cNvSpPr>
            <a:spLocks noGrp="1"/>
          </p:cNvSpPr>
          <p:nvPr>
            <p:ph idx="1"/>
          </p:nvPr>
        </p:nvSpPr>
        <p:spPr>
          <a:xfrm>
            <a:off x="179388" y="908050"/>
            <a:ext cx="8640762" cy="5545138"/>
          </a:xfrm>
        </p:spPr>
        <p:txBody>
          <a:bodyPr/>
          <a:lstStyle/>
          <a:p>
            <a:pPr algn="just"/>
            <a:r>
              <a:rPr lang="en-US" altLang="en-US" b="1"/>
              <a:t>Model Evaluation</a:t>
            </a:r>
            <a:r>
              <a:rPr lang="en-US" altLang="en-US"/>
              <a:t>: Assess the goodness of fit using metrics like R</a:t>
            </a:r>
            <a:r>
              <a:rPr lang="en-US" altLang="en-US" baseline="30000"/>
              <a:t>2</a:t>
            </a:r>
            <a:r>
              <a:rPr lang="en-US" altLang="en-US"/>
              <a:t> (coefficient of determination), adjusted R</a:t>
            </a:r>
            <a:r>
              <a:rPr lang="en-US" altLang="en-US" baseline="30000"/>
              <a:t>2</a:t>
            </a:r>
            <a:r>
              <a:rPr lang="en-US" altLang="en-US"/>
              <a:t>, or other relevant metrics.</a:t>
            </a:r>
          </a:p>
          <a:p>
            <a:pPr algn="just"/>
            <a:r>
              <a:rPr lang="en-US" altLang="en-US" b="1"/>
              <a:t>Interpretation</a:t>
            </a:r>
            <a:r>
              <a:rPr lang="en-US" altLang="en-US"/>
              <a:t>: Interpret the coefficients to understand the relationships between the variables.</a:t>
            </a:r>
          </a:p>
          <a:p>
            <a:pPr algn="just"/>
            <a:r>
              <a:rPr lang="en-US" altLang="en-US" b="1"/>
              <a:t>Prediction and Inference</a:t>
            </a:r>
            <a:r>
              <a:rPr lang="en-US" altLang="en-US"/>
              <a:t>: Use the model to predict outcomes for new data and draw conclusions based on the analysis.</a:t>
            </a:r>
          </a:p>
          <a:p>
            <a:pPr>
              <a:buFont typeface="Arial" panose="020B0604020202020204" pitchFamily="34" charset="0"/>
              <a:buNone/>
            </a:pPr>
            <a:endParaRPr lang="en-US" altLang="en-US" sz="24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id="{076E1FBB-462F-470F-5366-4CF60F6F402B}"/>
              </a:ext>
            </a:extLst>
          </p:cNvPr>
          <p:cNvSpPr>
            <a:spLocks noGrp="1"/>
          </p:cNvSpPr>
          <p:nvPr>
            <p:ph type="title"/>
          </p:nvPr>
        </p:nvSpPr>
        <p:spPr>
          <a:xfrm>
            <a:off x="457200" y="0"/>
            <a:ext cx="8229600" cy="836613"/>
          </a:xfrm>
        </p:spPr>
        <p:txBody>
          <a:bodyPr/>
          <a:lstStyle/>
          <a:p>
            <a:r>
              <a:rPr lang="en-US" altLang="en-US" sz="4800" b="1"/>
              <a:t>Regression Analysis </a:t>
            </a:r>
          </a:p>
        </p:txBody>
      </p:sp>
      <p:sp>
        <p:nvSpPr>
          <p:cNvPr id="39939" name="Content Placeholder 2">
            <a:extLst>
              <a:ext uri="{FF2B5EF4-FFF2-40B4-BE49-F238E27FC236}">
                <a16:creationId xmlns:a16="http://schemas.microsoft.com/office/drawing/2014/main" id="{5EAF469D-DAB3-DB4A-8A63-746E084FB874}"/>
              </a:ext>
            </a:extLst>
          </p:cNvPr>
          <p:cNvSpPr>
            <a:spLocks noGrp="1"/>
          </p:cNvSpPr>
          <p:nvPr>
            <p:ph idx="1"/>
          </p:nvPr>
        </p:nvSpPr>
        <p:spPr>
          <a:xfrm>
            <a:off x="179388" y="908050"/>
            <a:ext cx="8640762" cy="5545138"/>
          </a:xfrm>
        </p:spPr>
        <p:txBody>
          <a:bodyPr/>
          <a:lstStyle/>
          <a:p>
            <a:pPr algn="just">
              <a:buFont typeface="Arial" panose="020B0604020202020204" pitchFamily="34" charset="0"/>
              <a:buNone/>
            </a:pPr>
            <a:r>
              <a:rPr lang="en-US" altLang="en-US" sz="2400" b="1"/>
              <a:t>Applications:</a:t>
            </a:r>
          </a:p>
          <a:p>
            <a:pPr algn="just"/>
            <a:r>
              <a:rPr lang="en-US" altLang="en-US" sz="2400" b="1"/>
              <a:t>Economics</a:t>
            </a:r>
            <a:r>
              <a:rPr lang="en-US" altLang="en-US" sz="2400"/>
              <a:t>: Studying the impact of factors like inflation or unemployment on GDP.</a:t>
            </a:r>
          </a:p>
          <a:p>
            <a:pPr algn="just"/>
            <a:r>
              <a:rPr lang="en-US" altLang="en-US" sz="2400" b="1"/>
              <a:t>Marketing</a:t>
            </a:r>
            <a:r>
              <a:rPr lang="en-US" altLang="en-US" sz="2400"/>
              <a:t>: Analyzing how advertising spending affects sales.</a:t>
            </a:r>
          </a:p>
          <a:p>
            <a:pPr algn="just"/>
            <a:r>
              <a:rPr lang="en-US" altLang="en-US" sz="2400" b="1"/>
              <a:t>Health Sciences</a:t>
            </a:r>
            <a:r>
              <a:rPr lang="en-US" altLang="en-US" sz="2400"/>
              <a:t>: Predicting patient outcomes based on medical data.</a:t>
            </a:r>
          </a:p>
          <a:p>
            <a:pPr algn="just"/>
            <a:r>
              <a:rPr lang="en-US" altLang="en-US" sz="2400" b="1"/>
              <a:t>Social Sciences</a:t>
            </a:r>
            <a:r>
              <a:rPr lang="en-US" altLang="en-US" sz="2400"/>
              <a:t>: Understanding factors influencing voting behavior.</a:t>
            </a:r>
          </a:p>
          <a:p>
            <a:pPr algn="just"/>
            <a:r>
              <a:rPr lang="en-US" altLang="en-US" sz="2400" b="1"/>
              <a:t>Engineering</a:t>
            </a:r>
            <a:r>
              <a:rPr lang="en-US" altLang="en-US" sz="2400"/>
              <a:t>: Predicting the strength of materials based on experimental data.</a:t>
            </a:r>
          </a:p>
          <a:p>
            <a:pPr algn="just">
              <a:buFont typeface="Arial" panose="020B0604020202020204" pitchFamily="34" charset="0"/>
              <a:buNone/>
            </a:pPr>
            <a:r>
              <a:rPr lang="en-US" altLang="en-US" sz="2400"/>
              <a:t>Regression analysis is a versatile tool in statistics and data analysis, providing insights into relationships between variables and enabling predictions and decision-making based on data-driven models.</a:t>
            </a:r>
          </a:p>
          <a:p>
            <a:pPr>
              <a:buFont typeface="Arial" panose="020B0604020202020204" pitchFamily="34" charset="0"/>
              <a:buNone/>
            </a:pPr>
            <a:endParaRPr lang="en-US" altLang="en-US" sz="24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a:extLst>
              <a:ext uri="{FF2B5EF4-FFF2-40B4-BE49-F238E27FC236}">
                <a16:creationId xmlns:a16="http://schemas.microsoft.com/office/drawing/2014/main" id="{0B80F7D1-24B9-9781-095E-A6EBDC8BDD54}"/>
              </a:ext>
            </a:extLst>
          </p:cNvPr>
          <p:cNvSpPr>
            <a:spLocks noGrp="1"/>
          </p:cNvSpPr>
          <p:nvPr>
            <p:ph type="title"/>
          </p:nvPr>
        </p:nvSpPr>
        <p:spPr>
          <a:xfrm>
            <a:off x="457200" y="0"/>
            <a:ext cx="8229600" cy="836613"/>
          </a:xfrm>
        </p:spPr>
        <p:txBody>
          <a:bodyPr/>
          <a:lstStyle/>
          <a:p>
            <a:r>
              <a:rPr lang="en-US" altLang="en-US" sz="4800" b="1"/>
              <a:t> </a:t>
            </a:r>
          </a:p>
        </p:txBody>
      </p:sp>
      <p:pic>
        <p:nvPicPr>
          <p:cNvPr id="40963" name="Picture 2">
            <a:extLst>
              <a:ext uri="{FF2B5EF4-FFF2-40B4-BE49-F238E27FC236}">
                <a16:creationId xmlns:a16="http://schemas.microsoft.com/office/drawing/2014/main" id="{F703D877-F1E8-2AF9-6667-3D788F954228}"/>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50825" y="260350"/>
            <a:ext cx="8815388" cy="6264275"/>
          </a:xfrm>
          <a:noFill/>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a:extLst>
              <a:ext uri="{FF2B5EF4-FFF2-40B4-BE49-F238E27FC236}">
                <a16:creationId xmlns:a16="http://schemas.microsoft.com/office/drawing/2014/main" id="{691F9F2A-5CD6-DC48-515B-54158B7C1B69}"/>
              </a:ext>
            </a:extLst>
          </p:cNvPr>
          <p:cNvSpPr>
            <a:spLocks noGrp="1"/>
          </p:cNvSpPr>
          <p:nvPr>
            <p:ph type="title"/>
          </p:nvPr>
        </p:nvSpPr>
        <p:spPr>
          <a:xfrm>
            <a:off x="457200" y="0"/>
            <a:ext cx="8229600" cy="836613"/>
          </a:xfrm>
        </p:spPr>
        <p:txBody>
          <a:bodyPr/>
          <a:lstStyle/>
          <a:p>
            <a:r>
              <a:rPr lang="en-US" altLang="en-US" sz="4800" b="1"/>
              <a:t> </a:t>
            </a:r>
          </a:p>
        </p:txBody>
      </p:sp>
      <p:pic>
        <p:nvPicPr>
          <p:cNvPr id="41987" name="Picture 2">
            <a:extLst>
              <a:ext uri="{FF2B5EF4-FFF2-40B4-BE49-F238E27FC236}">
                <a16:creationId xmlns:a16="http://schemas.microsoft.com/office/drawing/2014/main" id="{FBAF73EE-AA1A-2179-AF4A-0698697FC6AF}"/>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79388" y="188913"/>
            <a:ext cx="8794750" cy="6335712"/>
          </a:xfrm>
          <a:noFill/>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a:extLst>
              <a:ext uri="{FF2B5EF4-FFF2-40B4-BE49-F238E27FC236}">
                <a16:creationId xmlns:a16="http://schemas.microsoft.com/office/drawing/2014/main" id="{738EE971-F299-C5A8-7055-C6D454DA203E}"/>
              </a:ext>
            </a:extLst>
          </p:cNvPr>
          <p:cNvSpPr>
            <a:spLocks noGrp="1"/>
          </p:cNvSpPr>
          <p:nvPr>
            <p:ph type="title"/>
          </p:nvPr>
        </p:nvSpPr>
        <p:spPr>
          <a:xfrm>
            <a:off x="457200" y="0"/>
            <a:ext cx="8229600" cy="836613"/>
          </a:xfrm>
        </p:spPr>
        <p:txBody>
          <a:bodyPr/>
          <a:lstStyle/>
          <a:p>
            <a:r>
              <a:rPr lang="en-US" altLang="en-US" sz="4800" b="1"/>
              <a:t> </a:t>
            </a:r>
          </a:p>
        </p:txBody>
      </p:sp>
      <p:pic>
        <p:nvPicPr>
          <p:cNvPr id="43011" name="Picture 2">
            <a:extLst>
              <a:ext uri="{FF2B5EF4-FFF2-40B4-BE49-F238E27FC236}">
                <a16:creationId xmlns:a16="http://schemas.microsoft.com/office/drawing/2014/main" id="{636BD67D-EAA8-3825-B157-BE32F7740685}"/>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468313" y="260350"/>
            <a:ext cx="8218487" cy="5976938"/>
          </a:xfrm>
          <a:noFill/>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a:extLst>
              <a:ext uri="{FF2B5EF4-FFF2-40B4-BE49-F238E27FC236}">
                <a16:creationId xmlns:a16="http://schemas.microsoft.com/office/drawing/2014/main" id="{070A9F71-0EAF-9323-407D-1B96C63818F9}"/>
              </a:ext>
            </a:extLst>
          </p:cNvPr>
          <p:cNvSpPr>
            <a:spLocks noGrp="1"/>
          </p:cNvSpPr>
          <p:nvPr>
            <p:ph type="title"/>
          </p:nvPr>
        </p:nvSpPr>
        <p:spPr>
          <a:xfrm>
            <a:off x="457200" y="0"/>
            <a:ext cx="8229600" cy="836613"/>
          </a:xfrm>
        </p:spPr>
        <p:txBody>
          <a:bodyPr/>
          <a:lstStyle/>
          <a:p>
            <a:r>
              <a:rPr lang="en-US" altLang="en-US" sz="4800" b="1"/>
              <a:t> </a:t>
            </a:r>
          </a:p>
        </p:txBody>
      </p:sp>
      <p:pic>
        <p:nvPicPr>
          <p:cNvPr id="44035" name="Picture 2">
            <a:extLst>
              <a:ext uri="{FF2B5EF4-FFF2-40B4-BE49-F238E27FC236}">
                <a16:creationId xmlns:a16="http://schemas.microsoft.com/office/drawing/2014/main" id="{131C3DB7-ECCA-C0A1-3601-2184AA2F77E7}"/>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539750" y="333375"/>
            <a:ext cx="8280400" cy="6210300"/>
          </a:xfrm>
          <a:noFill/>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a:extLst>
              <a:ext uri="{FF2B5EF4-FFF2-40B4-BE49-F238E27FC236}">
                <a16:creationId xmlns:a16="http://schemas.microsoft.com/office/drawing/2014/main" id="{7F5F6ED8-0D8B-ED3B-8A42-E985B15A0906}"/>
              </a:ext>
            </a:extLst>
          </p:cNvPr>
          <p:cNvSpPr>
            <a:spLocks noGrp="1"/>
          </p:cNvSpPr>
          <p:nvPr>
            <p:ph type="title"/>
          </p:nvPr>
        </p:nvSpPr>
        <p:spPr>
          <a:xfrm>
            <a:off x="457200" y="0"/>
            <a:ext cx="8229600" cy="836613"/>
          </a:xfrm>
        </p:spPr>
        <p:txBody>
          <a:bodyPr/>
          <a:lstStyle/>
          <a:p>
            <a:r>
              <a:rPr lang="en-US" altLang="en-US" sz="4800" b="1"/>
              <a:t> </a:t>
            </a:r>
          </a:p>
        </p:txBody>
      </p:sp>
      <p:sp>
        <p:nvSpPr>
          <p:cNvPr id="45059" name="Content Placeholder 3">
            <a:extLst>
              <a:ext uri="{FF2B5EF4-FFF2-40B4-BE49-F238E27FC236}">
                <a16:creationId xmlns:a16="http://schemas.microsoft.com/office/drawing/2014/main" id="{A576A259-6A1D-8742-288B-155C94D99E1B}"/>
              </a:ext>
            </a:extLst>
          </p:cNvPr>
          <p:cNvSpPr>
            <a:spLocks noGrp="1"/>
          </p:cNvSpPr>
          <p:nvPr>
            <p:ph idx="1"/>
          </p:nvPr>
        </p:nvSpPr>
        <p:spPr/>
        <p:txBody>
          <a:bodyPr/>
          <a:lstStyle/>
          <a:p>
            <a:pPr>
              <a:buFont typeface="Arial" panose="020B0604020202020204" pitchFamily="34" charset="0"/>
              <a:buNone/>
            </a:pPr>
            <a:r>
              <a:rPr lang="en-US" altLang="en-US"/>
              <a:t> </a:t>
            </a:r>
          </a:p>
        </p:txBody>
      </p:sp>
      <p:pic>
        <p:nvPicPr>
          <p:cNvPr id="45060" name="Picture 2" descr="Multiple Linear Regression - Beyond the line | Harsimranjit Singh">
            <a:extLst>
              <a:ext uri="{FF2B5EF4-FFF2-40B4-BE49-F238E27FC236}">
                <a16:creationId xmlns:a16="http://schemas.microsoft.com/office/drawing/2014/main" id="{D4746490-19EE-58CE-CFB0-D07ADBF514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450" y="260350"/>
            <a:ext cx="6264275" cy="626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a:extLst>
              <a:ext uri="{FF2B5EF4-FFF2-40B4-BE49-F238E27FC236}">
                <a16:creationId xmlns:a16="http://schemas.microsoft.com/office/drawing/2014/main" id="{4F379984-D2F9-2CF2-FE58-54C0622525EB}"/>
              </a:ext>
            </a:extLst>
          </p:cNvPr>
          <p:cNvSpPr>
            <a:spLocks noGrp="1"/>
          </p:cNvSpPr>
          <p:nvPr>
            <p:ph type="title"/>
          </p:nvPr>
        </p:nvSpPr>
        <p:spPr>
          <a:xfrm>
            <a:off x="468313" y="0"/>
            <a:ext cx="8229600" cy="836613"/>
          </a:xfrm>
        </p:spPr>
        <p:txBody>
          <a:bodyPr/>
          <a:lstStyle/>
          <a:p>
            <a:pPr eaLnBrk="1" hangingPunct="1"/>
            <a:r>
              <a:rPr lang="en-US" altLang="en-US" sz="4800" b="1"/>
              <a:t>Linear Regression </a:t>
            </a:r>
            <a:r>
              <a:rPr lang="en-US" altLang="en-US" sz="3600"/>
              <a:t>(Aurélien Géron)</a:t>
            </a:r>
            <a:endParaRPr lang="en-US" altLang="en-US" sz="4800"/>
          </a:p>
        </p:txBody>
      </p:sp>
      <p:sp>
        <p:nvSpPr>
          <p:cNvPr id="46083" name="Content Placeholder 2">
            <a:extLst>
              <a:ext uri="{FF2B5EF4-FFF2-40B4-BE49-F238E27FC236}">
                <a16:creationId xmlns:a16="http://schemas.microsoft.com/office/drawing/2014/main" id="{B28BECCC-80E7-E0C7-1746-D97D2C4EAF28}"/>
              </a:ext>
            </a:extLst>
          </p:cNvPr>
          <p:cNvSpPr>
            <a:spLocks noGrp="1"/>
          </p:cNvSpPr>
          <p:nvPr>
            <p:ph idx="1"/>
          </p:nvPr>
        </p:nvSpPr>
        <p:spPr>
          <a:xfrm>
            <a:off x="179388" y="765175"/>
            <a:ext cx="8785225" cy="5759450"/>
          </a:xfrm>
        </p:spPr>
        <p:txBody>
          <a:bodyPr/>
          <a:lstStyle/>
          <a:p>
            <a:pPr algn="just"/>
            <a:r>
              <a:rPr lang="en-US" altLang="en-US" sz="3600"/>
              <a:t>A linear model makes a prediction by simply computing a weighted sum of the input features, plus a constant called the </a:t>
            </a:r>
            <a:r>
              <a:rPr lang="en-US" altLang="en-US" sz="3600" i="1"/>
              <a:t>bias term (also called the intercept term)</a:t>
            </a:r>
          </a:p>
          <a:p>
            <a:pPr>
              <a:buFont typeface="Arial" panose="020B0604020202020204" pitchFamily="34" charset="0"/>
              <a:buNone/>
            </a:pPr>
            <a:r>
              <a:rPr lang="en-US" altLang="en-US" sz="3600" i="1"/>
              <a:t>      </a:t>
            </a:r>
            <a:endParaRPr lang="en-US" altLang="en-US" sz="3600"/>
          </a:p>
        </p:txBody>
      </p:sp>
      <p:pic>
        <p:nvPicPr>
          <p:cNvPr id="46084" name="Picture 3">
            <a:extLst>
              <a:ext uri="{FF2B5EF4-FFF2-40B4-BE49-F238E27FC236}">
                <a16:creationId xmlns:a16="http://schemas.microsoft.com/office/drawing/2014/main" id="{4E3CFB8E-C425-C3D7-354B-E76DABB297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3141663"/>
            <a:ext cx="8678863" cy="3716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a:extLst>
              <a:ext uri="{FF2B5EF4-FFF2-40B4-BE49-F238E27FC236}">
                <a16:creationId xmlns:a16="http://schemas.microsoft.com/office/drawing/2014/main" id="{EF146AC2-1611-9AA4-576F-C60848CC2571}"/>
              </a:ext>
            </a:extLst>
          </p:cNvPr>
          <p:cNvSpPr>
            <a:spLocks noGrp="1"/>
          </p:cNvSpPr>
          <p:nvPr>
            <p:ph type="title"/>
          </p:nvPr>
        </p:nvSpPr>
        <p:spPr>
          <a:xfrm>
            <a:off x="468313" y="0"/>
            <a:ext cx="8229600" cy="836613"/>
          </a:xfrm>
        </p:spPr>
        <p:txBody>
          <a:bodyPr/>
          <a:lstStyle/>
          <a:p>
            <a:pPr eaLnBrk="1" hangingPunct="1"/>
            <a:r>
              <a:rPr lang="en-US" altLang="en-US" sz="4800" b="1"/>
              <a:t>Linear Regression </a:t>
            </a:r>
          </a:p>
        </p:txBody>
      </p:sp>
      <p:sp>
        <p:nvSpPr>
          <p:cNvPr id="47107" name="Content Placeholder 2">
            <a:extLst>
              <a:ext uri="{FF2B5EF4-FFF2-40B4-BE49-F238E27FC236}">
                <a16:creationId xmlns:a16="http://schemas.microsoft.com/office/drawing/2014/main" id="{392ADA73-3536-448C-93EF-FE7762CB8EDA}"/>
              </a:ext>
            </a:extLst>
          </p:cNvPr>
          <p:cNvSpPr>
            <a:spLocks noGrp="1"/>
          </p:cNvSpPr>
          <p:nvPr>
            <p:ph idx="1"/>
          </p:nvPr>
        </p:nvSpPr>
        <p:spPr>
          <a:xfrm>
            <a:off x="179388" y="692150"/>
            <a:ext cx="8785225" cy="3843338"/>
          </a:xfrm>
        </p:spPr>
        <p:txBody>
          <a:bodyPr/>
          <a:lstStyle/>
          <a:p>
            <a:pPr algn="just"/>
            <a:r>
              <a:rPr lang="en-US" altLang="en-US"/>
              <a:t>This (eqn 4.1) can be written much more concisely using a vectorized form, as shown</a:t>
            </a:r>
          </a:p>
        </p:txBody>
      </p:sp>
      <p:pic>
        <p:nvPicPr>
          <p:cNvPr id="47108" name="Picture 2">
            <a:extLst>
              <a:ext uri="{FF2B5EF4-FFF2-40B4-BE49-F238E27FC236}">
                <a16:creationId xmlns:a16="http://schemas.microsoft.com/office/drawing/2014/main" id="{5B04EEA5-138E-F3C1-B93A-1B6B3FC85A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773238"/>
            <a:ext cx="9144000" cy="482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a:extLst>
              <a:ext uri="{FF2B5EF4-FFF2-40B4-BE49-F238E27FC236}">
                <a16:creationId xmlns:a16="http://schemas.microsoft.com/office/drawing/2014/main" id="{0ACB7FD0-3306-70D6-0663-729B106DA91A}"/>
              </a:ext>
            </a:extLst>
          </p:cNvPr>
          <p:cNvSpPr>
            <a:spLocks noGrp="1"/>
          </p:cNvSpPr>
          <p:nvPr>
            <p:ph type="title"/>
          </p:nvPr>
        </p:nvSpPr>
        <p:spPr>
          <a:xfrm>
            <a:off x="468313" y="0"/>
            <a:ext cx="8229600" cy="836613"/>
          </a:xfrm>
        </p:spPr>
        <p:txBody>
          <a:bodyPr/>
          <a:lstStyle/>
          <a:p>
            <a:pPr eaLnBrk="1" hangingPunct="1"/>
            <a:r>
              <a:rPr lang="en-US" altLang="en-US" sz="4800" b="1"/>
              <a:t>Linear Regression</a:t>
            </a:r>
          </a:p>
        </p:txBody>
      </p:sp>
      <p:sp>
        <p:nvSpPr>
          <p:cNvPr id="48131" name="Content Placeholder 2">
            <a:extLst>
              <a:ext uri="{FF2B5EF4-FFF2-40B4-BE49-F238E27FC236}">
                <a16:creationId xmlns:a16="http://schemas.microsoft.com/office/drawing/2014/main" id="{DED1B72B-A2A6-8DD2-A0AB-1AAEB1FEB43E}"/>
              </a:ext>
            </a:extLst>
          </p:cNvPr>
          <p:cNvSpPr>
            <a:spLocks noGrp="1"/>
          </p:cNvSpPr>
          <p:nvPr>
            <p:ph idx="1"/>
          </p:nvPr>
        </p:nvSpPr>
        <p:spPr>
          <a:xfrm>
            <a:off x="179388" y="765175"/>
            <a:ext cx="8785225" cy="5759450"/>
          </a:xfrm>
        </p:spPr>
        <p:txBody>
          <a:bodyPr/>
          <a:lstStyle/>
          <a:p>
            <a:pPr algn="just">
              <a:buFont typeface="Arial" panose="020B0604020202020204" pitchFamily="34" charset="0"/>
              <a:buNone/>
            </a:pPr>
            <a:endParaRPr lang="en-US" altLang="en-US" sz="4400"/>
          </a:p>
          <a:p>
            <a:pPr algn="just">
              <a:buFont typeface="Arial" panose="020B0604020202020204" pitchFamily="34" charset="0"/>
              <a:buNone/>
            </a:pPr>
            <a:endParaRPr lang="en-US" altLang="en-US" sz="3600"/>
          </a:p>
        </p:txBody>
      </p:sp>
      <p:pic>
        <p:nvPicPr>
          <p:cNvPr id="48132" name="Picture 2">
            <a:extLst>
              <a:ext uri="{FF2B5EF4-FFF2-40B4-BE49-F238E27FC236}">
                <a16:creationId xmlns:a16="http://schemas.microsoft.com/office/drawing/2014/main" id="{9313362D-88FC-29A6-7B4A-7B41A549F5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765175"/>
            <a:ext cx="8569325" cy="5976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a:extLst>
              <a:ext uri="{FF2B5EF4-FFF2-40B4-BE49-F238E27FC236}">
                <a16:creationId xmlns:a16="http://schemas.microsoft.com/office/drawing/2014/main" id="{EDBFD889-2696-490D-C346-738422B2621D}"/>
              </a:ext>
            </a:extLst>
          </p:cNvPr>
          <p:cNvSpPr>
            <a:spLocks noGrp="1"/>
          </p:cNvSpPr>
          <p:nvPr>
            <p:ph type="title"/>
          </p:nvPr>
        </p:nvSpPr>
        <p:spPr>
          <a:xfrm>
            <a:off x="468313" y="0"/>
            <a:ext cx="8229600" cy="836613"/>
          </a:xfrm>
        </p:spPr>
        <p:txBody>
          <a:bodyPr/>
          <a:lstStyle/>
          <a:p>
            <a:pPr eaLnBrk="1" hangingPunct="1"/>
            <a:r>
              <a:rPr lang="en-US" altLang="en-US" sz="4800" b="1"/>
              <a:t>Linear Regression</a:t>
            </a:r>
          </a:p>
        </p:txBody>
      </p:sp>
      <p:sp>
        <p:nvSpPr>
          <p:cNvPr id="49155" name="Content Placeholder 2">
            <a:extLst>
              <a:ext uri="{FF2B5EF4-FFF2-40B4-BE49-F238E27FC236}">
                <a16:creationId xmlns:a16="http://schemas.microsoft.com/office/drawing/2014/main" id="{218A3D90-50F4-F250-7AE5-364FD47FBF73}"/>
              </a:ext>
            </a:extLst>
          </p:cNvPr>
          <p:cNvSpPr>
            <a:spLocks noGrp="1"/>
          </p:cNvSpPr>
          <p:nvPr>
            <p:ph idx="1"/>
          </p:nvPr>
        </p:nvSpPr>
        <p:spPr>
          <a:xfrm>
            <a:off x="179388" y="765175"/>
            <a:ext cx="8785225" cy="5759450"/>
          </a:xfrm>
        </p:spPr>
        <p:txBody>
          <a:bodyPr/>
          <a:lstStyle/>
          <a:p>
            <a:pPr algn="just"/>
            <a:r>
              <a:rPr lang="en-US" altLang="en-US" sz="3600"/>
              <a:t>How do we train it? </a:t>
            </a:r>
          </a:p>
          <a:p>
            <a:pPr algn="just"/>
            <a:r>
              <a:rPr lang="en-US" altLang="en-US" sz="3600"/>
              <a:t>Training a model means setting its parameters so that the model best fits the training set. </a:t>
            </a:r>
          </a:p>
          <a:p>
            <a:pPr algn="just"/>
            <a:r>
              <a:rPr lang="en-US" altLang="en-US" sz="3600"/>
              <a:t>For this purpose, we first need a measure of how well (or poorly) the model fits the training data. </a:t>
            </a:r>
          </a:p>
          <a:p>
            <a:pPr algn="just"/>
            <a:r>
              <a:rPr lang="en-US" altLang="en-US" sz="3600"/>
              <a:t>The most common performance measure of a regression model is the Root Mean Square Error (RMSE) (Equation 2-1). </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a:extLst>
              <a:ext uri="{FF2B5EF4-FFF2-40B4-BE49-F238E27FC236}">
                <a16:creationId xmlns:a16="http://schemas.microsoft.com/office/drawing/2014/main" id="{2A12A360-8B9C-264F-D3EF-BBF41E8E5F7F}"/>
              </a:ext>
            </a:extLst>
          </p:cNvPr>
          <p:cNvSpPr>
            <a:spLocks noGrp="1"/>
          </p:cNvSpPr>
          <p:nvPr>
            <p:ph type="title"/>
          </p:nvPr>
        </p:nvSpPr>
        <p:spPr>
          <a:xfrm>
            <a:off x="468313" y="0"/>
            <a:ext cx="8229600" cy="836613"/>
          </a:xfrm>
        </p:spPr>
        <p:txBody>
          <a:bodyPr/>
          <a:lstStyle/>
          <a:p>
            <a:pPr eaLnBrk="1" hangingPunct="1"/>
            <a:r>
              <a:rPr lang="en-US" altLang="en-US" sz="4800" b="1"/>
              <a:t>Linear Regression</a:t>
            </a:r>
          </a:p>
        </p:txBody>
      </p:sp>
      <p:sp>
        <p:nvSpPr>
          <p:cNvPr id="50179" name="Content Placeholder 2">
            <a:extLst>
              <a:ext uri="{FF2B5EF4-FFF2-40B4-BE49-F238E27FC236}">
                <a16:creationId xmlns:a16="http://schemas.microsoft.com/office/drawing/2014/main" id="{C4165BD8-F5F1-C97E-F360-0AF748CD5B1C}"/>
              </a:ext>
            </a:extLst>
          </p:cNvPr>
          <p:cNvSpPr>
            <a:spLocks noGrp="1"/>
          </p:cNvSpPr>
          <p:nvPr>
            <p:ph idx="1"/>
          </p:nvPr>
        </p:nvSpPr>
        <p:spPr>
          <a:xfrm>
            <a:off x="179388" y="765175"/>
            <a:ext cx="8785225" cy="5759450"/>
          </a:xfrm>
        </p:spPr>
        <p:txBody>
          <a:bodyPr/>
          <a:lstStyle/>
          <a:p>
            <a:pPr algn="just"/>
            <a:r>
              <a:rPr lang="en-US" altLang="en-US" sz="3600"/>
              <a:t>Therefore, to train a Linear Regression model, we need to find the value of </a:t>
            </a:r>
            <a:r>
              <a:rPr lang="en-US" altLang="en-US" sz="3600" b="1"/>
              <a:t>θ that minimizes </a:t>
            </a:r>
            <a:r>
              <a:rPr lang="en-US" altLang="en-US" sz="3600"/>
              <a:t>the RMSE. </a:t>
            </a:r>
          </a:p>
          <a:p>
            <a:pPr algn="just"/>
            <a:r>
              <a:rPr lang="en-US" altLang="en-US" sz="3600"/>
              <a:t>In practice, it is simpler to minimize the mean squared error (MSE) than the RMSE, and it leads to the same result (because the value that minimizes a function also minimizes its square root).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a:extLst>
              <a:ext uri="{FF2B5EF4-FFF2-40B4-BE49-F238E27FC236}">
                <a16:creationId xmlns:a16="http://schemas.microsoft.com/office/drawing/2014/main" id="{CC58D980-ACA6-7898-8E4B-381D3BA17EBC}"/>
              </a:ext>
            </a:extLst>
          </p:cNvPr>
          <p:cNvSpPr>
            <a:spLocks noGrp="1"/>
          </p:cNvSpPr>
          <p:nvPr>
            <p:ph type="title"/>
          </p:nvPr>
        </p:nvSpPr>
        <p:spPr>
          <a:xfrm>
            <a:off x="468313" y="0"/>
            <a:ext cx="8229600" cy="836613"/>
          </a:xfrm>
        </p:spPr>
        <p:txBody>
          <a:bodyPr/>
          <a:lstStyle/>
          <a:p>
            <a:pPr eaLnBrk="1" hangingPunct="1"/>
            <a:r>
              <a:rPr lang="en-US" altLang="en-US" sz="4800" b="1"/>
              <a:t>Linear Regression</a:t>
            </a:r>
          </a:p>
        </p:txBody>
      </p:sp>
      <p:sp>
        <p:nvSpPr>
          <p:cNvPr id="51203" name="Content Placeholder 2">
            <a:extLst>
              <a:ext uri="{FF2B5EF4-FFF2-40B4-BE49-F238E27FC236}">
                <a16:creationId xmlns:a16="http://schemas.microsoft.com/office/drawing/2014/main" id="{7A117045-3933-ED56-F46E-5A88928A311F}"/>
              </a:ext>
            </a:extLst>
          </p:cNvPr>
          <p:cNvSpPr>
            <a:spLocks noGrp="1"/>
          </p:cNvSpPr>
          <p:nvPr>
            <p:ph idx="1"/>
          </p:nvPr>
        </p:nvSpPr>
        <p:spPr>
          <a:xfrm>
            <a:off x="179388" y="765175"/>
            <a:ext cx="8785225" cy="5759450"/>
          </a:xfrm>
        </p:spPr>
        <p:txBody>
          <a:bodyPr/>
          <a:lstStyle/>
          <a:p>
            <a:pPr algn="just"/>
            <a:r>
              <a:rPr lang="en-US" altLang="en-US" sz="3600" i="1"/>
              <a:t>MSE cost function for a Linear Regression model:-</a:t>
            </a:r>
          </a:p>
          <a:p>
            <a:pPr algn="just"/>
            <a:endParaRPr lang="en-US" altLang="en-US" sz="3600" i="1"/>
          </a:p>
          <a:p>
            <a:pPr algn="just"/>
            <a:endParaRPr lang="en-US" altLang="en-US" sz="3600" i="1"/>
          </a:p>
          <a:p>
            <a:pPr algn="just"/>
            <a:r>
              <a:rPr lang="en-US" altLang="en-US" sz="2800"/>
              <a:t>m is the number of instances in the dataset</a:t>
            </a:r>
          </a:p>
          <a:p>
            <a:pPr algn="just"/>
            <a:r>
              <a:rPr lang="en-US" altLang="en-US" sz="2800"/>
              <a:t>x</a:t>
            </a:r>
            <a:r>
              <a:rPr lang="en-US" altLang="en-US" sz="2800" baseline="30000"/>
              <a:t>(i) </a:t>
            </a:r>
            <a:r>
              <a:rPr lang="en-US" altLang="en-US" sz="2800"/>
              <a:t>is a vector of all the feature values</a:t>
            </a:r>
          </a:p>
          <a:p>
            <a:pPr algn="just"/>
            <a:r>
              <a:rPr lang="en-US" altLang="en-US" sz="2800"/>
              <a:t>h is your system’s prediction function, also called a hypothesis</a:t>
            </a:r>
          </a:p>
          <a:p>
            <a:pPr algn="just"/>
            <a:r>
              <a:rPr lang="en-US" altLang="en-US" sz="2800"/>
              <a:t>MSE(X,h) is the cost function measured on the set of examples using your hypothesis h</a:t>
            </a:r>
            <a:r>
              <a:rPr lang="en-US" altLang="en-US" sz="3600"/>
              <a:t>.</a:t>
            </a:r>
          </a:p>
        </p:txBody>
      </p:sp>
      <p:pic>
        <p:nvPicPr>
          <p:cNvPr id="51204" name="Picture 3">
            <a:extLst>
              <a:ext uri="{FF2B5EF4-FFF2-40B4-BE49-F238E27FC236}">
                <a16:creationId xmlns:a16="http://schemas.microsoft.com/office/drawing/2014/main" id="{0A26D34F-283B-10C2-FF93-AAD131A1CB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713" y="1844675"/>
            <a:ext cx="5721350" cy="136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a:extLst>
              <a:ext uri="{FF2B5EF4-FFF2-40B4-BE49-F238E27FC236}">
                <a16:creationId xmlns:a16="http://schemas.microsoft.com/office/drawing/2014/main" id="{D1C94BDF-C014-926C-A551-6E3C1402A92D}"/>
              </a:ext>
            </a:extLst>
          </p:cNvPr>
          <p:cNvSpPr>
            <a:spLocks noGrp="1"/>
          </p:cNvSpPr>
          <p:nvPr>
            <p:ph type="title"/>
          </p:nvPr>
        </p:nvSpPr>
        <p:spPr>
          <a:xfrm>
            <a:off x="468313" y="0"/>
            <a:ext cx="8229600" cy="836613"/>
          </a:xfrm>
        </p:spPr>
        <p:txBody>
          <a:bodyPr/>
          <a:lstStyle/>
          <a:p>
            <a:pPr eaLnBrk="1" hangingPunct="1"/>
            <a:r>
              <a:rPr lang="en-US" altLang="en-US" sz="4800" b="1"/>
              <a:t>Linear Regression</a:t>
            </a:r>
          </a:p>
        </p:txBody>
      </p:sp>
      <p:sp>
        <p:nvSpPr>
          <p:cNvPr id="52227" name="Content Placeholder 2">
            <a:extLst>
              <a:ext uri="{FF2B5EF4-FFF2-40B4-BE49-F238E27FC236}">
                <a16:creationId xmlns:a16="http://schemas.microsoft.com/office/drawing/2014/main" id="{23240A20-8AE7-B6F5-0B0B-4FFCC3CE593F}"/>
              </a:ext>
            </a:extLst>
          </p:cNvPr>
          <p:cNvSpPr>
            <a:spLocks noGrp="1"/>
          </p:cNvSpPr>
          <p:nvPr>
            <p:ph idx="1"/>
          </p:nvPr>
        </p:nvSpPr>
        <p:spPr>
          <a:xfrm>
            <a:off x="250825" y="765175"/>
            <a:ext cx="8785225" cy="5759450"/>
          </a:xfrm>
        </p:spPr>
        <p:txBody>
          <a:bodyPr/>
          <a:lstStyle/>
          <a:p>
            <a:pPr algn="just">
              <a:buFont typeface="Arial" panose="020B0604020202020204" pitchFamily="34" charset="0"/>
              <a:buNone/>
            </a:pPr>
            <a:r>
              <a:rPr lang="en-US" altLang="en-US" sz="3600"/>
              <a:t>The Normal Equation:</a:t>
            </a:r>
          </a:p>
          <a:p>
            <a:pPr algn="just"/>
            <a:r>
              <a:rPr lang="en-US" altLang="en-US"/>
              <a:t>To find the value of θ that minimizes the cost function, there is a </a:t>
            </a:r>
            <a:r>
              <a:rPr lang="en-US" altLang="en-US" i="1"/>
              <a:t>closed-form solution </a:t>
            </a:r>
            <a:r>
              <a:rPr lang="en-US" altLang="en-US"/>
              <a:t>in other words, a mathematical equation that gives the result directly. </a:t>
            </a:r>
          </a:p>
          <a:p>
            <a:r>
              <a:rPr lang="en-US" altLang="en-US"/>
              <a:t>This is called the </a:t>
            </a:r>
            <a:r>
              <a:rPr lang="en-US" altLang="en-US" i="1"/>
              <a:t>Normal Equation</a:t>
            </a:r>
            <a:endParaRPr lang="en-US" altLang="en-US"/>
          </a:p>
        </p:txBody>
      </p:sp>
      <p:pic>
        <p:nvPicPr>
          <p:cNvPr id="52228" name="Picture 2">
            <a:extLst>
              <a:ext uri="{FF2B5EF4-FFF2-40B4-BE49-F238E27FC236}">
                <a16:creationId xmlns:a16="http://schemas.microsoft.com/office/drawing/2014/main" id="{C93407E2-B0B8-478F-CF93-7340EC0B67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750" y="3933825"/>
            <a:ext cx="7421563"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a:extLst>
              <a:ext uri="{FF2B5EF4-FFF2-40B4-BE49-F238E27FC236}">
                <a16:creationId xmlns:a16="http://schemas.microsoft.com/office/drawing/2014/main" id="{846A60AD-95D2-E09E-AA34-DD0744B68D2A}"/>
              </a:ext>
            </a:extLst>
          </p:cNvPr>
          <p:cNvSpPr>
            <a:spLocks noGrp="1"/>
          </p:cNvSpPr>
          <p:nvPr>
            <p:ph type="title"/>
          </p:nvPr>
        </p:nvSpPr>
        <p:spPr>
          <a:xfrm>
            <a:off x="468313" y="0"/>
            <a:ext cx="8229600" cy="836613"/>
          </a:xfrm>
        </p:spPr>
        <p:txBody>
          <a:bodyPr/>
          <a:lstStyle/>
          <a:p>
            <a:pPr eaLnBrk="1" hangingPunct="1"/>
            <a:r>
              <a:rPr lang="en-US" altLang="en-US" sz="4800" b="1"/>
              <a:t>Linear Regression</a:t>
            </a:r>
          </a:p>
        </p:txBody>
      </p:sp>
      <p:sp>
        <p:nvSpPr>
          <p:cNvPr id="53251" name="Content Placeholder 2">
            <a:extLst>
              <a:ext uri="{FF2B5EF4-FFF2-40B4-BE49-F238E27FC236}">
                <a16:creationId xmlns:a16="http://schemas.microsoft.com/office/drawing/2014/main" id="{0CDA2A3D-6D58-AD38-475D-3D26F6F2F4F2}"/>
              </a:ext>
            </a:extLst>
          </p:cNvPr>
          <p:cNvSpPr>
            <a:spLocks noGrp="1"/>
          </p:cNvSpPr>
          <p:nvPr>
            <p:ph idx="1"/>
          </p:nvPr>
        </p:nvSpPr>
        <p:spPr>
          <a:xfrm>
            <a:off x="250825" y="765175"/>
            <a:ext cx="8785225" cy="5759450"/>
          </a:xfrm>
        </p:spPr>
        <p:txBody>
          <a:bodyPr/>
          <a:lstStyle/>
          <a:p>
            <a:pPr algn="just">
              <a:buFont typeface="Arial" panose="020B0604020202020204" pitchFamily="34" charset="0"/>
              <a:buNone/>
            </a:pPr>
            <a:r>
              <a:rPr lang="en-US" altLang="en-US" sz="3600"/>
              <a:t>Computational Complexity :</a:t>
            </a:r>
          </a:p>
          <a:p>
            <a:pPr algn="just"/>
            <a:r>
              <a:rPr lang="en-US" altLang="en-US"/>
              <a:t>The Normal Equation computes the inverse of X⊺ X, which is an (</a:t>
            </a:r>
            <a:r>
              <a:rPr lang="en-US" altLang="en-US" i="1"/>
              <a:t>n + 1) × (n + 1) </a:t>
            </a:r>
            <a:r>
              <a:rPr lang="en-US" altLang="en-US"/>
              <a:t>matrix (where </a:t>
            </a:r>
            <a:r>
              <a:rPr lang="en-US" altLang="en-US" i="1"/>
              <a:t>n is the number of features). </a:t>
            </a:r>
          </a:p>
          <a:p>
            <a:pPr algn="just"/>
            <a:r>
              <a:rPr lang="en-US" altLang="en-US" i="1"/>
              <a:t>The computational complexity of inverting </a:t>
            </a:r>
            <a:r>
              <a:rPr lang="en-US" altLang="en-US"/>
              <a:t>such a matrix is typically about </a:t>
            </a:r>
            <a:r>
              <a:rPr lang="en-US" altLang="en-US" i="1"/>
              <a:t>O(n</a:t>
            </a:r>
            <a:r>
              <a:rPr lang="en-US" altLang="en-US" i="1" baseline="30000"/>
              <a:t>2.4</a:t>
            </a:r>
            <a:r>
              <a:rPr lang="en-US" altLang="en-US" i="1"/>
              <a:t>) to O(n</a:t>
            </a:r>
            <a:r>
              <a:rPr lang="en-US" altLang="en-US" i="1" baseline="30000"/>
              <a:t>3</a:t>
            </a:r>
            <a:r>
              <a:rPr lang="en-US" altLang="en-US" i="1"/>
              <a:t>), depending on the implementation. </a:t>
            </a:r>
          </a:p>
          <a:p>
            <a:pPr algn="just"/>
            <a:r>
              <a:rPr lang="en-US" altLang="en-US"/>
              <a:t>In other words, if you double the number of features, you multiply the computation time by roughly 2</a:t>
            </a:r>
            <a:r>
              <a:rPr lang="en-US" altLang="en-US" baseline="30000"/>
              <a:t>2.4</a:t>
            </a:r>
            <a:r>
              <a:rPr lang="en-US" altLang="en-US"/>
              <a:t> = 5.3 to 2</a:t>
            </a:r>
            <a:r>
              <a:rPr lang="en-US" altLang="en-US" baseline="30000"/>
              <a:t>3</a:t>
            </a:r>
            <a:r>
              <a:rPr lang="en-US" altLang="en-US"/>
              <a:t> = 8.</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a:extLst>
              <a:ext uri="{FF2B5EF4-FFF2-40B4-BE49-F238E27FC236}">
                <a16:creationId xmlns:a16="http://schemas.microsoft.com/office/drawing/2014/main" id="{CCBF62DF-7638-2859-C021-344CAC602CB1}"/>
              </a:ext>
            </a:extLst>
          </p:cNvPr>
          <p:cNvSpPr>
            <a:spLocks noGrp="1"/>
          </p:cNvSpPr>
          <p:nvPr>
            <p:ph type="title"/>
          </p:nvPr>
        </p:nvSpPr>
        <p:spPr>
          <a:xfrm>
            <a:off x="468313" y="0"/>
            <a:ext cx="8229600" cy="836613"/>
          </a:xfrm>
        </p:spPr>
        <p:txBody>
          <a:bodyPr/>
          <a:lstStyle/>
          <a:p>
            <a:pPr eaLnBrk="1" hangingPunct="1"/>
            <a:r>
              <a:rPr lang="en-US" altLang="en-US" sz="4800" b="1"/>
              <a:t>Polynomial Regression</a:t>
            </a:r>
          </a:p>
        </p:txBody>
      </p:sp>
      <p:sp>
        <p:nvSpPr>
          <p:cNvPr id="54275" name="Content Placeholder 2">
            <a:extLst>
              <a:ext uri="{FF2B5EF4-FFF2-40B4-BE49-F238E27FC236}">
                <a16:creationId xmlns:a16="http://schemas.microsoft.com/office/drawing/2014/main" id="{C4E6A9D7-8198-DDBA-F136-0A96A0A1AFC6}"/>
              </a:ext>
            </a:extLst>
          </p:cNvPr>
          <p:cNvSpPr>
            <a:spLocks noGrp="1"/>
          </p:cNvSpPr>
          <p:nvPr>
            <p:ph idx="1"/>
          </p:nvPr>
        </p:nvSpPr>
        <p:spPr>
          <a:xfrm>
            <a:off x="250825" y="765175"/>
            <a:ext cx="8785225" cy="5759450"/>
          </a:xfrm>
        </p:spPr>
        <p:txBody>
          <a:bodyPr/>
          <a:lstStyle/>
          <a:p>
            <a:pPr algn="just"/>
            <a:r>
              <a:rPr lang="en-US" altLang="en-US" sz="3600"/>
              <a:t>What if your data is more complex than a straight line? </a:t>
            </a:r>
          </a:p>
          <a:p>
            <a:pPr algn="just"/>
            <a:r>
              <a:rPr lang="en-US" altLang="en-US" sz="3600"/>
              <a:t>Wecan use a linear model to fit nonlinear data. </a:t>
            </a:r>
          </a:p>
          <a:p>
            <a:pPr algn="just"/>
            <a:r>
              <a:rPr lang="en-US" altLang="en-US" sz="3600"/>
              <a:t>A simple way to do this is to add powers of each feature as new features, then train a linear model on this extended set of features. </a:t>
            </a:r>
          </a:p>
          <a:p>
            <a:pPr algn="just"/>
            <a:r>
              <a:rPr lang="en-US" altLang="en-US" sz="3600"/>
              <a:t>This technique is called </a:t>
            </a:r>
            <a:r>
              <a:rPr lang="en-US" altLang="en-US" sz="3600" i="1"/>
              <a:t>Polynomial Regression.</a:t>
            </a:r>
            <a:endParaRPr lang="en-US"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a:extLst>
              <a:ext uri="{FF2B5EF4-FFF2-40B4-BE49-F238E27FC236}">
                <a16:creationId xmlns:a16="http://schemas.microsoft.com/office/drawing/2014/main" id="{647FF264-3ACE-5CD8-3908-14A5B08F0EC6}"/>
              </a:ext>
            </a:extLst>
          </p:cNvPr>
          <p:cNvSpPr>
            <a:spLocks noGrp="1"/>
          </p:cNvSpPr>
          <p:nvPr>
            <p:ph type="title"/>
          </p:nvPr>
        </p:nvSpPr>
        <p:spPr>
          <a:xfrm>
            <a:off x="468313" y="0"/>
            <a:ext cx="8229600" cy="836613"/>
          </a:xfrm>
        </p:spPr>
        <p:txBody>
          <a:bodyPr/>
          <a:lstStyle/>
          <a:p>
            <a:pPr eaLnBrk="1" hangingPunct="1"/>
            <a:r>
              <a:rPr lang="en-US" altLang="en-US" sz="4800" b="1"/>
              <a:t>Polynomial Regression</a:t>
            </a:r>
          </a:p>
        </p:txBody>
      </p:sp>
      <p:sp>
        <p:nvSpPr>
          <p:cNvPr id="55299" name="Content Placeholder 2">
            <a:extLst>
              <a:ext uri="{FF2B5EF4-FFF2-40B4-BE49-F238E27FC236}">
                <a16:creationId xmlns:a16="http://schemas.microsoft.com/office/drawing/2014/main" id="{83BF8110-B05F-E7DC-2E2C-4DA4865AF408}"/>
              </a:ext>
            </a:extLst>
          </p:cNvPr>
          <p:cNvSpPr>
            <a:spLocks noGrp="1"/>
          </p:cNvSpPr>
          <p:nvPr>
            <p:ph idx="1"/>
          </p:nvPr>
        </p:nvSpPr>
        <p:spPr>
          <a:xfrm>
            <a:off x="250825" y="765175"/>
            <a:ext cx="8785225" cy="5759450"/>
          </a:xfrm>
        </p:spPr>
        <p:txBody>
          <a:bodyPr/>
          <a:lstStyle/>
          <a:p>
            <a:pPr algn="just">
              <a:buFont typeface="Arial" panose="020B0604020202020204" pitchFamily="34" charset="0"/>
              <a:buNone/>
            </a:pPr>
            <a:r>
              <a:rPr lang="en-US" altLang="en-US"/>
              <a:t>   </a:t>
            </a:r>
          </a:p>
        </p:txBody>
      </p:sp>
      <p:pic>
        <p:nvPicPr>
          <p:cNvPr id="55300" name="Picture 2">
            <a:extLst>
              <a:ext uri="{FF2B5EF4-FFF2-40B4-BE49-F238E27FC236}">
                <a16:creationId xmlns:a16="http://schemas.microsoft.com/office/drawing/2014/main" id="{22D8BCFA-5D67-40B9-CC34-57F7DE8F71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313" y="981075"/>
            <a:ext cx="8420100" cy="5678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a:extLst>
              <a:ext uri="{FF2B5EF4-FFF2-40B4-BE49-F238E27FC236}">
                <a16:creationId xmlns:a16="http://schemas.microsoft.com/office/drawing/2014/main" id="{49A15519-79C0-E5F7-2E40-89C1745636A3}"/>
              </a:ext>
            </a:extLst>
          </p:cNvPr>
          <p:cNvSpPr>
            <a:spLocks noGrp="1"/>
          </p:cNvSpPr>
          <p:nvPr>
            <p:ph type="title"/>
          </p:nvPr>
        </p:nvSpPr>
        <p:spPr>
          <a:xfrm>
            <a:off x="468313" y="0"/>
            <a:ext cx="8229600" cy="836613"/>
          </a:xfrm>
        </p:spPr>
        <p:txBody>
          <a:bodyPr/>
          <a:lstStyle/>
          <a:p>
            <a:pPr eaLnBrk="1" hangingPunct="1"/>
            <a:r>
              <a:rPr lang="en-US" altLang="en-US" sz="4800" b="1"/>
              <a:t>Polynomial Regression</a:t>
            </a:r>
          </a:p>
        </p:txBody>
      </p:sp>
      <p:sp>
        <p:nvSpPr>
          <p:cNvPr id="56323" name="Content Placeholder 2">
            <a:extLst>
              <a:ext uri="{FF2B5EF4-FFF2-40B4-BE49-F238E27FC236}">
                <a16:creationId xmlns:a16="http://schemas.microsoft.com/office/drawing/2014/main" id="{91658698-2CC0-5E01-98A1-3A83FBCC5420}"/>
              </a:ext>
            </a:extLst>
          </p:cNvPr>
          <p:cNvSpPr>
            <a:spLocks noGrp="1"/>
          </p:cNvSpPr>
          <p:nvPr>
            <p:ph idx="1"/>
          </p:nvPr>
        </p:nvSpPr>
        <p:spPr>
          <a:xfrm>
            <a:off x="250825" y="765175"/>
            <a:ext cx="8785225" cy="5759450"/>
          </a:xfrm>
        </p:spPr>
        <p:txBody>
          <a:bodyPr/>
          <a:lstStyle/>
          <a:p>
            <a:pPr algn="just">
              <a:buFont typeface="Arial" panose="020B0604020202020204" pitchFamily="34" charset="0"/>
              <a:buNone/>
            </a:pPr>
            <a:r>
              <a:rPr lang="en-US" altLang="en-US"/>
              <a:t>   </a:t>
            </a:r>
          </a:p>
        </p:txBody>
      </p:sp>
      <p:pic>
        <p:nvPicPr>
          <p:cNvPr id="56324" name="Picture 2">
            <a:extLst>
              <a:ext uri="{FF2B5EF4-FFF2-40B4-BE49-F238E27FC236}">
                <a16:creationId xmlns:a16="http://schemas.microsoft.com/office/drawing/2014/main" id="{5EEC00CF-B1A9-B56B-7E70-F336D744F5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2275" y="1076325"/>
            <a:ext cx="8297863" cy="544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a:extLst>
              <a:ext uri="{FF2B5EF4-FFF2-40B4-BE49-F238E27FC236}">
                <a16:creationId xmlns:a16="http://schemas.microsoft.com/office/drawing/2014/main" id="{9EE0AE89-020D-263B-E3D8-8516A24CB47E}"/>
              </a:ext>
            </a:extLst>
          </p:cNvPr>
          <p:cNvSpPr>
            <a:spLocks noGrp="1"/>
          </p:cNvSpPr>
          <p:nvPr>
            <p:ph type="title"/>
          </p:nvPr>
        </p:nvSpPr>
        <p:spPr>
          <a:xfrm>
            <a:off x="468313" y="0"/>
            <a:ext cx="8229600" cy="836613"/>
          </a:xfrm>
        </p:spPr>
        <p:txBody>
          <a:bodyPr/>
          <a:lstStyle/>
          <a:p>
            <a:pPr eaLnBrk="1" hangingPunct="1"/>
            <a:r>
              <a:rPr lang="en-US" altLang="en-US" sz="4800" b="1"/>
              <a:t>Ridge Regression</a:t>
            </a:r>
          </a:p>
        </p:txBody>
      </p:sp>
      <p:sp>
        <p:nvSpPr>
          <p:cNvPr id="57347" name="Content Placeholder 2">
            <a:extLst>
              <a:ext uri="{FF2B5EF4-FFF2-40B4-BE49-F238E27FC236}">
                <a16:creationId xmlns:a16="http://schemas.microsoft.com/office/drawing/2014/main" id="{8A2DCED0-8075-29B1-861F-086FB5F23B06}"/>
              </a:ext>
            </a:extLst>
          </p:cNvPr>
          <p:cNvSpPr>
            <a:spLocks noGrp="1"/>
          </p:cNvSpPr>
          <p:nvPr>
            <p:ph idx="1"/>
          </p:nvPr>
        </p:nvSpPr>
        <p:spPr>
          <a:xfrm>
            <a:off x="250825" y="765175"/>
            <a:ext cx="8785225" cy="5759450"/>
          </a:xfrm>
        </p:spPr>
        <p:txBody>
          <a:bodyPr/>
          <a:lstStyle/>
          <a:p>
            <a:pPr algn="just"/>
            <a:r>
              <a:rPr lang="en-US" altLang="en-US" sz="2800" i="1"/>
              <a:t>Ridge Regression (also called Tikhonov regularization) is a regularized version of Linear </a:t>
            </a:r>
            <a:r>
              <a:rPr lang="en-US" altLang="en-US" sz="2800"/>
              <a:t>Regression: a </a:t>
            </a:r>
            <a:r>
              <a:rPr lang="en-US" altLang="en-US" sz="2800" i="1"/>
              <a:t>regularization term equal </a:t>
            </a:r>
            <a:r>
              <a:rPr lang="en-US" altLang="en-US" sz="2800"/>
              <a:t>is added to the cost function.</a:t>
            </a:r>
          </a:p>
          <a:p>
            <a:pPr algn="just"/>
            <a:endParaRPr lang="en-US" altLang="en-US" sz="2800"/>
          </a:p>
          <a:p>
            <a:pPr algn="just"/>
            <a:endParaRPr lang="en-US" altLang="en-US" sz="2800"/>
          </a:p>
          <a:p>
            <a:pPr algn="just"/>
            <a:r>
              <a:rPr lang="en-US" altLang="en-US" sz="2800"/>
              <a:t>This forces the learning algorithm to not only fit the data but also keep the model weights as small as possible. </a:t>
            </a:r>
          </a:p>
          <a:p>
            <a:pPr algn="just"/>
            <a:r>
              <a:rPr lang="en-US" altLang="en-US" sz="2800"/>
              <a:t>Note that the regularization term should only be added to the cost function during training. </a:t>
            </a:r>
          </a:p>
          <a:p>
            <a:pPr algn="just"/>
            <a:r>
              <a:rPr lang="en-US" altLang="en-US" sz="2800"/>
              <a:t>Once the model is trained, you want to use the unregularized performance measure to evaluate the model’s performance</a:t>
            </a:r>
            <a:r>
              <a:rPr lang="en-US" altLang="en-US" sz="2400"/>
              <a:t>.</a:t>
            </a:r>
            <a:endParaRPr lang="en-US" altLang="en-US" sz="2000"/>
          </a:p>
        </p:txBody>
      </p:sp>
      <p:pic>
        <p:nvPicPr>
          <p:cNvPr id="57348" name="Picture 2">
            <a:extLst>
              <a:ext uri="{FF2B5EF4-FFF2-40B4-BE49-F238E27FC236}">
                <a16:creationId xmlns:a16="http://schemas.microsoft.com/office/drawing/2014/main" id="{9E1A51DA-E13F-3C45-EE78-37282A7CDB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3575" y="2133600"/>
            <a:ext cx="1847850"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a:extLst>
              <a:ext uri="{FF2B5EF4-FFF2-40B4-BE49-F238E27FC236}">
                <a16:creationId xmlns:a16="http://schemas.microsoft.com/office/drawing/2014/main" id="{A898A3C7-0353-0D26-27AC-47BE930DFF03}"/>
              </a:ext>
            </a:extLst>
          </p:cNvPr>
          <p:cNvSpPr>
            <a:spLocks noGrp="1"/>
          </p:cNvSpPr>
          <p:nvPr>
            <p:ph type="title"/>
          </p:nvPr>
        </p:nvSpPr>
        <p:spPr>
          <a:xfrm>
            <a:off x="468313" y="0"/>
            <a:ext cx="8229600" cy="836613"/>
          </a:xfrm>
        </p:spPr>
        <p:txBody>
          <a:bodyPr/>
          <a:lstStyle/>
          <a:p>
            <a:pPr eaLnBrk="1" hangingPunct="1"/>
            <a:r>
              <a:rPr lang="en-US" altLang="en-US" sz="4800" b="1"/>
              <a:t>Ridge Regression</a:t>
            </a:r>
          </a:p>
        </p:txBody>
      </p:sp>
      <p:sp>
        <p:nvSpPr>
          <p:cNvPr id="58371" name="Content Placeholder 2">
            <a:extLst>
              <a:ext uri="{FF2B5EF4-FFF2-40B4-BE49-F238E27FC236}">
                <a16:creationId xmlns:a16="http://schemas.microsoft.com/office/drawing/2014/main" id="{84551913-AA52-DC05-8BB8-BCDC84B59D28}"/>
              </a:ext>
            </a:extLst>
          </p:cNvPr>
          <p:cNvSpPr>
            <a:spLocks noGrp="1"/>
          </p:cNvSpPr>
          <p:nvPr>
            <p:ph idx="1"/>
          </p:nvPr>
        </p:nvSpPr>
        <p:spPr>
          <a:xfrm>
            <a:off x="250825" y="765175"/>
            <a:ext cx="8785225" cy="5759450"/>
          </a:xfrm>
        </p:spPr>
        <p:txBody>
          <a:bodyPr/>
          <a:lstStyle/>
          <a:p>
            <a:pPr algn="just"/>
            <a:r>
              <a:rPr lang="en-US" altLang="en-US" sz="2800"/>
              <a:t>The hyperparameter </a:t>
            </a:r>
            <a:r>
              <a:rPr lang="en-US" altLang="en-US" sz="2800" i="1"/>
              <a:t>α controls how much you want to regularize the model. </a:t>
            </a:r>
          </a:p>
          <a:p>
            <a:pPr algn="just"/>
            <a:r>
              <a:rPr lang="en-US" altLang="en-US" sz="2800" i="1"/>
              <a:t>If α = 0, </a:t>
            </a:r>
            <a:r>
              <a:rPr lang="en-US" altLang="en-US" sz="2800"/>
              <a:t>then Ridge Regression is just Linear Regression. </a:t>
            </a:r>
          </a:p>
          <a:p>
            <a:pPr algn="just"/>
            <a:r>
              <a:rPr lang="en-US" altLang="en-US" sz="2800"/>
              <a:t>If </a:t>
            </a:r>
            <a:r>
              <a:rPr lang="en-US" altLang="en-US" sz="2800" i="1"/>
              <a:t>α is very large, then all weights end </a:t>
            </a:r>
            <a:r>
              <a:rPr lang="en-US" altLang="en-US" sz="2800"/>
              <a:t>up very close to zero and the result is a flat line going through the data’s mean.</a:t>
            </a:r>
            <a:endParaRPr lang="en-US" altLang="en-US" sz="2000"/>
          </a:p>
        </p:txBody>
      </p:sp>
      <p:pic>
        <p:nvPicPr>
          <p:cNvPr id="58372" name="Picture 3">
            <a:extLst>
              <a:ext uri="{FF2B5EF4-FFF2-40B4-BE49-F238E27FC236}">
                <a16:creationId xmlns:a16="http://schemas.microsoft.com/office/drawing/2014/main" id="{ED07B329-9FED-E297-1925-7D63AA29CC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550" y="3933825"/>
            <a:ext cx="7175500" cy="194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a:extLst>
              <a:ext uri="{FF2B5EF4-FFF2-40B4-BE49-F238E27FC236}">
                <a16:creationId xmlns:a16="http://schemas.microsoft.com/office/drawing/2014/main" id="{7C85C379-816C-A952-C59E-97B5C0DD4844}"/>
              </a:ext>
            </a:extLst>
          </p:cNvPr>
          <p:cNvSpPr>
            <a:spLocks noGrp="1"/>
          </p:cNvSpPr>
          <p:nvPr>
            <p:ph type="title"/>
          </p:nvPr>
        </p:nvSpPr>
        <p:spPr>
          <a:xfrm>
            <a:off x="468313" y="0"/>
            <a:ext cx="8229600" cy="836613"/>
          </a:xfrm>
        </p:spPr>
        <p:txBody>
          <a:bodyPr/>
          <a:lstStyle/>
          <a:p>
            <a:pPr eaLnBrk="1" hangingPunct="1"/>
            <a:r>
              <a:rPr lang="en-US" altLang="en-US" sz="4800" b="1"/>
              <a:t>Ridge Regression</a:t>
            </a:r>
          </a:p>
        </p:txBody>
      </p:sp>
      <p:sp>
        <p:nvSpPr>
          <p:cNvPr id="59395" name="Content Placeholder 2">
            <a:extLst>
              <a:ext uri="{FF2B5EF4-FFF2-40B4-BE49-F238E27FC236}">
                <a16:creationId xmlns:a16="http://schemas.microsoft.com/office/drawing/2014/main" id="{54D36CD3-C763-28CB-5ED6-D95DA2F749EA}"/>
              </a:ext>
            </a:extLst>
          </p:cNvPr>
          <p:cNvSpPr>
            <a:spLocks noGrp="1"/>
          </p:cNvSpPr>
          <p:nvPr>
            <p:ph idx="1"/>
          </p:nvPr>
        </p:nvSpPr>
        <p:spPr>
          <a:xfrm>
            <a:off x="250825" y="765175"/>
            <a:ext cx="8785225" cy="5759450"/>
          </a:xfrm>
        </p:spPr>
        <p:txBody>
          <a:bodyPr/>
          <a:lstStyle/>
          <a:p>
            <a:pPr algn="just">
              <a:buFont typeface="Arial" panose="020B0604020202020204" pitchFamily="34" charset="0"/>
              <a:buNone/>
            </a:pPr>
            <a:r>
              <a:rPr lang="en-US" altLang="en-US" sz="2000"/>
              <a:t>    </a:t>
            </a:r>
          </a:p>
        </p:txBody>
      </p:sp>
      <p:pic>
        <p:nvPicPr>
          <p:cNvPr id="59396" name="Picture 2">
            <a:extLst>
              <a:ext uri="{FF2B5EF4-FFF2-40B4-BE49-F238E27FC236}">
                <a16:creationId xmlns:a16="http://schemas.microsoft.com/office/drawing/2014/main" id="{056D092A-1DAF-8171-51E0-8D6B61796A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3238" y="1157288"/>
            <a:ext cx="8135937" cy="454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a:extLst>
              <a:ext uri="{FF2B5EF4-FFF2-40B4-BE49-F238E27FC236}">
                <a16:creationId xmlns:a16="http://schemas.microsoft.com/office/drawing/2014/main" id="{3B81A0AA-4F74-93B4-E98D-0C44F0120EFF}"/>
              </a:ext>
            </a:extLst>
          </p:cNvPr>
          <p:cNvSpPr>
            <a:spLocks noGrp="1"/>
          </p:cNvSpPr>
          <p:nvPr>
            <p:ph type="title"/>
          </p:nvPr>
        </p:nvSpPr>
        <p:spPr>
          <a:xfrm>
            <a:off x="468313" y="0"/>
            <a:ext cx="8229600" cy="836613"/>
          </a:xfrm>
        </p:spPr>
        <p:txBody>
          <a:bodyPr/>
          <a:lstStyle/>
          <a:p>
            <a:pPr eaLnBrk="1" hangingPunct="1"/>
            <a:r>
              <a:rPr lang="en-US" altLang="en-US" sz="4800" b="1"/>
              <a:t>Lasso Regression</a:t>
            </a:r>
          </a:p>
        </p:txBody>
      </p:sp>
      <p:sp>
        <p:nvSpPr>
          <p:cNvPr id="60419" name="Content Placeholder 2">
            <a:extLst>
              <a:ext uri="{FF2B5EF4-FFF2-40B4-BE49-F238E27FC236}">
                <a16:creationId xmlns:a16="http://schemas.microsoft.com/office/drawing/2014/main" id="{DF8A4E05-E6A3-4DF9-5F80-7B302BB083AD}"/>
              </a:ext>
            </a:extLst>
          </p:cNvPr>
          <p:cNvSpPr>
            <a:spLocks noGrp="1"/>
          </p:cNvSpPr>
          <p:nvPr>
            <p:ph idx="1"/>
          </p:nvPr>
        </p:nvSpPr>
        <p:spPr>
          <a:xfrm>
            <a:off x="250825" y="765175"/>
            <a:ext cx="8785225" cy="5759450"/>
          </a:xfrm>
        </p:spPr>
        <p:txBody>
          <a:bodyPr/>
          <a:lstStyle/>
          <a:p>
            <a:pPr algn="just"/>
            <a:r>
              <a:rPr lang="en-US" altLang="en-US" sz="3600" i="1"/>
              <a:t>Least Absolute Shrinkage and Selection Operator Regression (usually simply called Lasso Regression) is another regularized version of Linear Regression.</a:t>
            </a:r>
          </a:p>
          <a:p>
            <a:pPr algn="just"/>
            <a:r>
              <a:rPr lang="en-US" altLang="en-US" sz="3600" i="1"/>
              <a:t>Just like Ridge </a:t>
            </a:r>
            <a:r>
              <a:rPr lang="en-US" altLang="en-US" sz="3600"/>
              <a:t>Regression, it adds a regularization term to the cost function, but it uses the ℓ</a:t>
            </a:r>
            <a:r>
              <a:rPr lang="en-US" altLang="en-US" sz="2800"/>
              <a:t>1</a:t>
            </a:r>
            <a:r>
              <a:rPr lang="en-US" altLang="en-US" sz="3600"/>
              <a:t> norm of the weight vector instead of half the square of the ℓ</a:t>
            </a:r>
            <a:r>
              <a:rPr lang="en-US" altLang="en-US" sz="2800"/>
              <a:t>2</a:t>
            </a:r>
            <a:r>
              <a:rPr lang="en-US" altLang="en-US" sz="3600"/>
              <a:t> norm.</a:t>
            </a:r>
          </a:p>
          <a:p>
            <a:pPr algn="just"/>
            <a:endParaRPr lang="en-US" altLang="en-US" sz="2800"/>
          </a:p>
          <a:p>
            <a:pPr algn="just"/>
            <a:endParaRPr lang="en-US" altLang="en-US" sz="2000"/>
          </a:p>
        </p:txBody>
      </p:sp>
      <p:pic>
        <p:nvPicPr>
          <p:cNvPr id="60420" name="Picture 2">
            <a:extLst>
              <a:ext uri="{FF2B5EF4-FFF2-40B4-BE49-F238E27FC236}">
                <a16:creationId xmlns:a16="http://schemas.microsoft.com/office/drawing/2014/main" id="{B3A78C38-AC45-1332-FAE9-A4528F826A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5513" y="5562600"/>
            <a:ext cx="4665662"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a:extLst>
              <a:ext uri="{FF2B5EF4-FFF2-40B4-BE49-F238E27FC236}">
                <a16:creationId xmlns:a16="http://schemas.microsoft.com/office/drawing/2014/main" id="{0E34342D-0823-F860-8CCD-0AC9B472A9F5}"/>
              </a:ext>
            </a:extLst>
          </p:cNvPr>
          <p:cNvSpPr>
            <a:spLocks noGrp="1"/>
          </p:cNvSpPr>
          <p:nvPr>
            <p:ph type="title"/>
          </p:nvPr>
        </p:nvSpPr>
        <p:spPr>
          <a:xfrm>
            <a:off x="468313" y="0"/>
            <a:ext cx="8229600" cy="836613"/>
          </a:xfrm>
        </p:spPr>
        <p:txBody>
          <a:bodyPr/>
          <a:lstStyle/>
          <a:p>
            <a:pPr eaLnBrk="1" hangingPunct="1"/>
            <a:r>
              <a:rPr lang="en-US" altLang="en-US" sz="4800" b="1"/>
              <a:t>Lasso Regression</a:t>
            </a:r>
          </a:p>
        </p:txBody>
      </p:sp>
      <p:sp>
        <p:nvSpPr>
          <p:cNvPr id="61443" name="Content Placeholder 2">
            <a:extLst>
              <a:ext uri="{FF2B5EF4-FFF2-40B4-BE49-F238E27FC236}">
                <a16:creationId xmlns:a16="http://schemas.microsoft.com/office/drawing/2014/main" id="{D3E252FB-E38D-3DE7-CECB-80FD5C4B2102}"/>
              </a:ext>
            </a:extLst>
          </p:cNvPr>
          <p:cNvSpPr>
            <a:spLocks noGrp="1"/>
          </p:cNvSpPr>
          <p:nvPr>
            <p:ph idx="1"/>
          </p:nvPr>
        </p:nvSpPr>
        <p:spPr>
          <a:xfrm>
            <a:off x="250825" y="765175"/>
            <a:ext cx="8785225" cy="5759450"/>
          </a:xfrm>
        </p:spPr>
        <p:txBody>
          <a:bodyPr/>
          <a:lstStyle/>
          <a:p>
            <a:pPr algn="just">
              <a:buFont typeface="Arial" panose="020B0604020202020204" pitchFamily="34" charset="0"/>
              <a:buNone/>
            </a:pPr>
            <a:r>
              <a:rPr lang="en-US" altLang="en-US" sz="3600" i="1"/>
              <a:t>      </a:t>
            </a:r>
            <a:endParaRPr lang="en-US" altLang="en-US" sz="3600"/>
          </a:p>
          <a:p>
            <a:pPr algn="just"/>
            <a:endParaRPr lang="en-US" altLang="en-US" sz="2800"/>
          </a:p>
          <a:p>
            <a:pPr algn="just"/>
            <a:endParaRPr lang="en-US" altLang="en-US" sz="2000"/>
          </a:p>
        </p:txBody>
      </p:sp>
      <p:pic>
        <p:nvPicPr>
          <p:cNvPr id="61444" name="Picture 2">
            <a:extLst>
              <a:ext uri="{FF2B5EF4-FFF2-40B4-BE49-F238E27FC236}">
                <a16:creationId xmlns:a16="http://schemas.microsoft.com/office/drawing/2014/main" id="{C1987828-8205-930A-EE51-25C32620D0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908050"/>
            <a:ext cx="8585200" cy="568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a:extLst>
              <a:ext uri="{FF2B5EF4-FFF2-40B4-BE49-F238E27FC236}">
                <a16:creationId xmlns:a16="http://schemas.microsoft.com/office/drawing/2014/main" id="{6F7B9028-0E1A-270F-D7FD-E4495044268A}"/>
              </a:ext>
            </a:extLst>
          </p:cNvPr>
          <p:cNvSpPr>
            <a:spLocks noGrp="1"/>
          </p:cNvSpPr>
          <p:nvPr>
            <p:ph type="title"/>
          </p:nvPr>
        </p:nvSpPr>
        <p:spPr>
          <a:xfrm>
            <a:off x="468313" y="0"/>
            <a:ext cx="8229600" cy="836613"/>
          </a:xfrm>
        </p:spPr>
        <p:txBody>
          <a:bodyPr/>
          <a:lstStyle/>
          <a:p>
            <a:pPr eaLnBrk="1" hangingPunct="1"/>
            <a:r>
              <a:rPr lang="en-US" altLang="en-US" sz="4800" b="1"/>
              <a:t>Elastic Net</a:t>
            </a:r>
          </a:p>
        </p:txBody>
      </p:sp>
      <p:sp>
        <p:nvSpPr>
          <p:cNvPr id="62467" name="Content Placeholder 2">
            <a:extLst>
              <a:ext uri="{FF2B5EF4-FFF2-40B4-BE49-F238E27FC236}">
                <a16:creationId xmlns:a16="http://schemas.microsoft.com/office/drawing/2014/main" id="{D0BB97B7-A7C1-7048-CBE0-95EAF8F15643}"/>
              </a:ext>
            </a:extLst>
          </p:cNvPr>
          <p:cNvSpPr>
            <a:spLocks noGrp="1"/>
          </p:cNvSpPr>
          <p:nvPr>
            <p:ph idx="1"/>
          </p:nvPr>
        </p:nvSpPr>
        <p:spPr>
          <a:xfrm>
            <a:off x="250825" y="765175"/>
            <a:ext cx="8785225" cy="5759450"/>
          </a:xfrm>
        </p:spPr>
        <p:txBody>
          <a:bodyPr/>
          <a:lstStyle/>
          <a:p>
            <a:pPr algn="just"/>
            <a:r>
              <a:rPr lang="en-US" altLang="en-US" sz="3600"/>
              <a:t>Elastic Net is a middle ground between Ridge Regression and Lasso Regression. </a:t>
            </a:r>
          </a:p>
          <a:p>
            <a:pPr algn="just"/>
            <a:r>
              <a:rPr lang="en-US" altLang="en-US" sz="3600"/>
              <a:t>The regularization term is a simple mix of both Ridge and Lasso’s regularization terms, and we can control the mix ratio </a:t>
            </a:r>
            <a:r>
              <a:rPr lang="en-US" altLang="en-US" sz="3600" i="1"/>
              <a:t>r. </a:t>
            </a:r>
          </a:p>
          <a:p>
            <a:pPr algn="just"/>
            <a:r>
              <a:rPr lang="en-US" altLang="en-US" sz="3600" i="1"/>
              <a:t>When r = 0, Elastic Net is equivalent to Ridge </a:t>
            </a:r>
            <a:r>
              <a:rPr lang="en-US" altLang="en-US" sz="3600"/>
              <a:t>Regression, and </a:t>
            </a:r>
          </a:p>
          <a:p>
            <a:pPr algn="just"/>
            <a:r>
              <a:rPr lang="en-US" altLang="en-US" sz="3600"/>
              <a:t>When </a:t>
            </a:r>
            <a:r>
              <a:rPr lang="en-US" altLang="en-US" sz="3600" i="1"/>
              <a:t>r = 1, it is equivalent to Lasso Regression</a:t>
            </a:r>
            <a:endParaRPr lang="en-US" altLang="en-US" sz="2800"/>
          </a:p>
          <a:p>
            <a:pPr algn="just"/>
            <a:endParaRPr lang="en-US" altLang="en-US" sz="200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a:extLst>
              <a:ext uri="{FF2B5EF4-FFF2-40B4-BE49-F238E27FC236}">
                <a16:creationId xmlns:a16="http://schemas.microsoft.com/office/drawing/2014/main" id="{AC35E3C6-630D-9F7D-FD2E-DAA0A6A8E3A0}"/>
              </a:ext>
            </a:extLst>
          </p:cNvPr>
          <p:cNvSpPr>
            <a:spLocks noGrp="1"/>
          </p:cNvSpPr>
          <p:nvPr>
            <p:ph type="title"/>
          </p:nvPr>
        </p:nvSpPr>
        <p:spPr>
          <a:xfrm>
            <a:off x="468313" y="0"/>
            <a:ext cx="8229600" cy="836613"/>
          </a:xfrm>
        </p:spPr>
        <p:txBody>
          <a:bodyPr/>
          <a:lstStyle/>
          <a:p>
            <a:pPr eaLnBrk="1" hangingPunct="1"/>
            <a:r>
              <a:rPr lang="en-US" altLang="en-US" sz="4800" b="1"/>
              <a:t>Elastic Net</a:t>
            </a:r>
          </a:p>
        </p:txBody>
      </p:sp>
      <p:sp>
        <p:nvSpPr>
          <p:cNvPr id="63491" name="Content Placeholder 2">
            <a:extLst>
              <a:ext uri="{FF2B5EF4-FFF2-40B4-BE49-F238E27FC236}">
                <a16:creationId xmlns:a16="http://schemas.microsoft.com/office/drawing/2014/main" id="{733202D3-067F-5097-3EAE-988CDFFA4901}"/>
              </a:ext>
            </a:extLst>
          </p:cNvPr>
          <p:cNvSpPr>
            <a:spLocks noGrp="1"/>
          </p:cNvSpPr>
          <p:nvPr>
            <p:ph idx="1"/>
          </p:nvPr>
        </p:nvSpPr>
        <p:spPr>
          <a:xfrm>
            <a:off x="250825" y="765175"/>
            <a:ext cx="8785225" cy="5759450"/>
          </a:xfrm>
        </p:spPr>
        <p:txBody>
          <a:bodyPr/>
          <a:lstStyle/>
          <a:p>
            <a:endParaRPr lang="en-US" altLang="en-US" sz="2800"/>
          </a:p>
          <a:p>
            <a:endParaRPr lang="en-US" altLang="en-US" sz="2800"/>
          </a:p>
          <a:p>
            <a:endParaRPr lang="en-US" altLang="en-US" sz="2800"/>
          </a:p>
          <a:p>
            <a:endParaRPr lang="en-US" altLang="en-US" sz="2800"/>
          </a:p>
          <a:p>
            <a:pPr algn="just"/>
            <a:r>
              <a:rPr lang="en-US" altLang="en-US"/>
              <a:t>So when should we use plain Linear Regression (i.e., without any regularization), Ridge, Lasso, or Elastic Net? </a:t>
            </a:r>
          </a:p>
          <a:p>
            <a:pPr algn="just"/>
            <a:r>
              <a:rPr lang="en-US" altLang="en-US"/>
              <a:t>It is almost always preferable to have at least a little bit of regularization, so generally you should avoid plain Linear Regression. </a:t>
            </a:r>
          </a:p>
        </p:txBody>
      </p:sp>
      <p:pic>
        <p:nvPicPr>
          <p:cNvPr id="63492" name="Picture 2">
            <a:extLst>
              <a:ext uri="{FF2B5EF4-FFF2-40B4-BE49-F238E27FC236}">
                <a16:creationId xmlns:a16="http://schemas.microsoft.com/office/drawing/2014/main" id="{B66A1471-E8F8-029F-8ECE-3980D6D43C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450" y="836613"/>
            <a:ext cx="6407150" cy="187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a:extLst>
              <a:ext uri="{FF2B5EF4-FFF2-40B4-BE49-F238E27FC236}">
                <a16:creationId xmlns:a16="http://schemas.microsoft.com/office/drawing/2014/main" id="{412983DA-6390-5F2B-0954-3193D21D9F10}"/>
              </a:ext>
            </a:extLst>
          </p:cNvPr>
          <p:cNvSpPr>
            <a:spLocks noGrp="1"/>
          </p:cNvSpPr>
          <p:nvPr>
            <p:ph type="title"/>
          </p:nvPr>
        </p:nvSpPr>
        <p:spPr>
          <a:xfrm>
            <a:off x="468313" y="0"/>
            <a:ext cx="8229600" cy="836613"/>
          </a:xfrm>
        </p:spPr>
        <p:txBody>
          <a:bodyPr/>
          <a:lstStyle/>
          <a:p>
            <a:pPr eaLnBrk="1" hangingPunct="1"/>
            <a:r>
              <a:rPr lang="en-US" altLang="en-US" sz="4800" b="1"/>
              <a:t>Elastic Net</a:t>
            </a:r>
          </a:p>
        </p:txBody>
      </p:sp>
      <p:sp>
        <p:nvSpPr>
          <p:cNvPr id="64515" name="Content Placeholder 2">
            <a:extLst>
              <a:ext uri="{FF2B5EF4-FFF2-40B4-BE49-F238E27FC236}">
                <a16:creationId xmlns:a16="http://schemas.microsoft.com/office/drawing/2014/main" id="{3D8F49C7-F0E5-80CF-554F-1F0BFE6C7589}"/>
              </a:ext>
            </a:extLst>
          </p:cNvPr>
          <p:cNvSpPr>
            <a:spLocks noGrp="1"/>
          </p:cNvSpPr>
          <p:nvPr>
            <p:ph idx="1"/>
          </p:nvPr>
        </p:nvSpPr>
        <p:spPr>
          <a:xfrm>
            <a:off x="250825" y="765175"/>
            <a:ext cx="8785225" cy="5759450"/>
          </a:xfrm>
        </p:spPr>
        <p:txBody>
          <a:bodyPr/>
          <a:lstStyle/>
          <a:p>
            <a:pPr algn="just"/>
            <a:r>
              <a:rPr lang="en-US" altLang="en-US" sz="3600"/>
              <a:t>Ridge is a good default, but if we suspect that only a few features are useful, you should prefer Lasso or Elastic Net because they tend to reduce the useless features’ weights down to zero. </a:t>
            </a:r>
          </a:p>
          <a:p>
            <a:pPr algn="just"/>
            <a:r>
              <a:rPr lang="en-US" altLang="en-US" sz="3600"/>
              <a:t>In general, Elastic Net is preferred over Lasso because Lasso may behave erratically when the number of features is greater than the number of training instances or when several features are strongly correlated.</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a:extLst>
              <a:ext uri="{FF2B5EF4-FFF2-40B4-BE49-F238E27FC236}">
                <a16:creationId xmlns:a16="http://schemas.microsoft.com/office/drawing/2014/main" id="{0A6034BB-FAF7-0B2E-14CB-0D782A1A8ADF}"/>
              </a:ext>
            </a:extLst>
          </p:cNvPr>
          <p:cNvSpPr>
            <a:spLocks noGrp="1"/>
          </p:cNvSpPr>
          <p:nvPr>
            <p:ph type="title"/>
          </p:nvPr>
        </p:nvSpPr>
        <p:spPr>
          <a:xfrm>
            <a:off x="468313" y="0"/>
            <a:ext cx="8229600" cy="836613"/>
          </a:xfrm>
        </p:spPr>
        <p:txBody>
          <a:bodyPr/>
          <a:lstStyle/>
          <a:p>
            <a:pPr eaLnBrk="1" hangingPunct="1"/>
            <a:r>
              <a:rPr lang="en-US" altLang="en-US" sz="4800" b="1"/>
              <a:t>Logistic Regression</a:t>
            </a:r>
          </a:p>
        </p:txBody>
      </p:sp>
      <p:sp>
        <p:nvSpPr>
          <p:cNvPr id="65539" name="Content Placeholder 2">
            <a:extLst>
              <a:ext uri="{FF2B5EF4-FFF2-40B4-BE49-F238E27FC236}">
                <a16:creationId xmlns:a16="http://schemas.microsoft.com/office/drawing/2014/main" id="{54D9DB26-CCF2-FD9F-FD6C-2664EAE90FA9}"/>
              </a:ext>
            </a:extLst>
          </p:cNvPr>
          <p:cNvSpPr>
            <a:spLocks noGrp="1"/>
          </p:cNvSpPr>
          <p:nvPr>
            <p:ph idx="1"/>
          </p:nvPr>
        </p:nvSpPr>
        <p:spPr>
          <a:xfrm>
            <a:off x="250825" y="765175"/>
            <a:ext cx="8785225" cy="5759450"/>
          </a:xfrm>
        </p:spPr>
        <p:txBody>
          <a:bodyPr/>
          <a:lstStyle/>
          <a:p>
            <a:pPr algn="just"/>
            <a:r>
              <a:rPr lang="en-US" altLang="en-US"/>
              <a:t>Some regression algorithms can be used for classification. </a:t>
            </a:r>
          </a:p>
          <a:p>
            <a:pPr algn="just"/>
            <a:r>
              <a:rPr lang="en-US" altLang="en-US"/>
              <a:t>Logistic Regression (also called Logit Regression) is commonly used to estimate the probability that an instance belongs to a particular class.</a:t>
            </a:r>
          </a:p>
          <a:p>
            <a:pPr algn="just"/>
            <a:r>
              <a:rPr lang="en-US" altLang="en-US"/>
              <a:t>If the estimated probability is greater than 50%, then the model predicts that the instance belongs to that class (called the positive class, labeled “1”), and otherwise it predicts that it does not (i.e., it belongs to the negative class, labeled “0”).</a:t>
            </a:r>
          </a:p>
          <a:p>
            <a:pPr algn="just"/>
            <a:r>
              <a:rPr lang="en-US" altLang="en-US"/>
              <a:t> This makes it a binary classifier.</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a:extLst>
              <a:ext uri="{FF2B5EF4-FFF2-40B4-BE49-F238E27FC236}">
                <a16:creationId xmlns:a16="http://schemas.microsoft.com/office/drawing/2014/main" id="{2CD0FA62-7235-9CB5-1A9C-578425930AF3}"/>
              </a:ext>
            </a:extLst>
          </p:cNvPr>
          <p:cNvSpPr>
            <a:spLocks noGrp="1"/>
          </p:cNvSpPr>
          <p:nvPr>
            <p:ph type="title"/>
          </p:nvPr>
        </p:nvSpPr>
        <p:spPr>
          <a:xfrm>
            <a:off x="468313" y="0"/>
            <a:ext cx="8229600" cy="836613"/>
          </a:xfrm>
        </p:spPr>
        <p:txBody>
          <a:bodyPr/>
          <a:lstStyle/>
          <a:p>
            <a:pPr eaLnBrk="1" hangingPunct="1"/>
            <a:r>
              <a:rPr lang="en-US" altLang="en-US" sz="4800" b="1"/>
              <a:t>Logistic Regression</a:t>
            </a:r>
          </a:p>
        </p:txBody>
      </p:sp>
      <p:sp>
        <p:nvSpPr>
          <p:cNvPr id="66563" name="Content Placeholder 2">
            <a:extLst>
              <a:ext uri="{FF2B5EF4-FFF2-40B4-BE49-F238E27FC236}">
                <a16:creationId xmlns:a16="http://schemas.microsoft.com/office/drawing/2014/main" id="{117B1A19-42FA-8222-B2A5-D9020A543396}"/>
              </a:ext>
            </a:extLst>
          </p:cNvPr>
          <p:cNvSpPr>
            <a:spLocks noGrp="1"/>
          </p:cNvSpPr>
          <p:nvPr>
            <p:ph idx="1"/>
          </p:nvPr>
        </p:nvSpPr>
        <p:spPr>
          <a:xfrm>
            <a:off x="250825" y="765175"/>
            <a:ext cx="8785225" cy="5759450"/>
          </a:xfrm>
        </p:spPr>
        <p:txBody>
          <a:bodyPr/>
          <a:lstStyle/>
          <a:p>
            <a:pPr algn="just"/>
            <a:r>
              <a:rPr lang="en-US" altLang="en-US" sz="3600"/>
              <a:t>Estimating Probabilities :</a:t>
            </a:r>
          </a:p>
          <a:p>
            <a:pPr algn="just"/>
            <a:r>
              <a:rPr lang="en-US" altLang="en-US" sz="3600"/>
              <a:t>How does Logistic Regression work? </a:t>
            </a:r>
          </a:p>
          <a:p>
            <a:pPr algn="just"/>
            <a:r>
              <a:rPr lang="en-US" altLang="en-US" sz="3600"/>
              <a:t>Just like a Linear Regression model, a Logistic Regression model computes a weighted sum of the input features (plus a bias term), but instead of outputting the result directly like the Linear Regression model does, it outputs the logistic of this result.</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a:extLst>
              <a:ext uri="{FF2B5EF4-FFF2-40B4-BE49-F238E27FC236}">
                <a16:creationId xmlns:a16="http://schemas.microsoft.com/office/drawing/2014/main" id="{791F8D6D-777B-D2FE-2967-ECEA2864F711}"/>
              </a:ext>
            </a:extLst>
          </p:cNvPr>
          <p:cNvSpPr>
            <a:spLocks noGrp="1"/>
          </p:cNvSpPr>
          <p:nvPr>
            <p:ph type="title"/>
          </p:nvPr>
        </p:nvSpPr>
        <p:spPr>
          <a:xfrm>
            <a:off x="468313" y="0"/>
            <a:ext cx="8229600" cy="836613"/>
          </a:xfrm>
        </p:spPr>
        <p:txBody>
          <a:bodyPr/>
          <a:lstStyle/>
          <a:p>
            <a:pPr eaLnBrk="1" hangingPunct="1"/>
            <a:r>
              <a:rPr lang="en-US" altLang="en-US" sz="4800" b="1"/>
              <a:t>Logistic Regression</a:t>
            </a:r>
          </a:p>
        </p:txBody>
      </p:sp>
      <p:sp>
        <p:nvSpPr>
          <p:cNvPr id="67587" name="Content Placeholder 2">
            <a:extLst>
              <a:ext uri="{FF2B5EF4-FFF2-40B4-BE49-F238E27FC236}">
                <a16:creationId xmlns:a16="http://schemas.microsoft.com/office/drawing/2014/main" id="{B1AF9728-F097-AA1C-4083-AA77EACE7409}"/>
              </a:ext>
            </a:extLst>
          </p:cNvPr>
          <p:cNvSpPr>
            <a:spLocks noGrp="1"/>
          </p:cNvSpPr>
          <p:nvPr>
            <p:ph idx="1"/>
          </p:nvPr>
        </p:nvSpPr>
        <p:spPr>
          <a:xfrm>
            <a:off x="250825" y="765175"/>
            <a:ext cx="8785225" cy="5759450"/>
          </a:xfrm>
        </p:spPr>
        <p:txBody>
          <a:bodyPr/>
          <a:lstStyle/>
          <a:p>
            <a:pPr algn="just">
              <a:buFont typeface="Arial" panose="020B0604020202020204" pitchFamily="34" charset="0"/>
              <a:buNone/>
            </a:pPr>
            <a:r>
              <a:rPr lang="en-US" altLang="en-US"/>
              <a:t>     </a:t>
            </a:r>
          </a:p>
        </p:txBody>
      </p:sp>
      <p:pic>
        <p:nvPicPr>
          <p:cNvPr id="67588" name="Picture 2">
            <a:extLst>
              <a:ext uri="{FF2B5EF4-FFF2-40B4-BE49-F238E27FC236}">
                <a16:creationId xmlns:a16="http://schemas.microsoft.com/office/drawing/2014/main" id="{510B386C-2361-5F64-9264-D4514C0C9D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908050"/>
            <a:ext cx="8820150" cy="547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a:extLst>
              <a:ext uri="{FF2B5EF4-FFF2-40B4-BE49-F238E27FC236}">
                <a16:creationId xmlns:a16="http://schemas.microsoft.com/office/drawing/2014/main" id="{BA973F9F-9244-E1FF-8373-55F10C3491AC}"/>
              </a:ext>
            </a:extLst>
          </p:cNvPr>
          <p:cNvSpPr>
            <a:spLocks noGrp="1"/>
          </p:cNvSpPr>
          <p:nvPr>
            <p:ph type="title"/>
          </p:nvPr>
        </p:nvSpPr>
        <p:spPr>
          <a:xfrm>
            <a:off x="468313" y="0"/>
            <a:ext cx="8229600" cy="836613"/>
          </a:xfrm>
        </p:spPr>
        <p:txBody>
          <a:bodyPr/>
          <a:lstStyle/>
          <a:p>
            <a:pPr eaLnBrk="1" hangingPunct="1"/>
            <a:r>
              <a:rPr lang="en-US" altLang="en-US" sz="4800" b="1"/>
              <a:t>Logistic Regression</a:t>
            </a:r>
          </a:p>
        </p:txBody>
      </p:sp>
      <p:sp>
        <p:nvSpPr>
          <p:cNvPr id="68611" name="Content Placeholder 2">
            <a:extLst>
              <a:ext uri="{FF2B5EF4-FFF2-40B4-BE49-F238E27FC236}">
                <a16:creationId xmlns:a16="http://schemas.microsoft.com/office/drawing/2014/main" id="{3A4D279E-3F9C-FE8D-0395-3F5EF6C67F81}"/>
              </a:ext>
            </a:extLst>
          </p:cNvPr>
          <p:cNvSpPr>
            <a:spLocks noGrp="1"/>
          </p:cNvSpPr>
          <p:nvPr>
            <p:ph idx="1"/>
          </p:nvPr>
        </p:nvSpPr>
        <p:spPr>
          <a:xfrm>
            <a:off x="250825" y="765175"/>
            <a:ext cx="8785225" cy="5759450"/>
          </a:xfrm>
        </p:spPr>
        <p:txBody>
          <a:bodyPr/>
          <a:lstStyle/>
          <a:p>
            <a:pPr algn="just">
              <a:buFont typeface="Arial" panose="020B0604020202020204" pitchFamily="34" charset="0"/>
              <a:buNone/>
            </a:pPr>
            <a:r>
              <a:rPr lang="en-US" altLang="en-US"/>
              <a:t>     </a:t>
            </a:r>
          </a:p>
        </p:txBody>
      </p:sp>
      <p:pic>
        <p:nvPicPr>
          <p:cNvPr id="68612" name="Picture 2">
            <a:extLst>
              <a:ext uri="{FF2B5EF4-FFF2-40B4-BE49-F238E27FC236}">
                <a16:creationId xmlns:a16="http://schemas.microsoft.com/office/drawing/2014/main" id="{19495975-A5EC-5D6A-284A-A8F3F96FC9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836613"/>
            <a:ext cx="8713788" cy="583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a:extLst>
              <a:ext uri="{FF2B5EF4-FFF2-40B4-BE49-F238E27FC236}">
                <a16:creationId xmlns:a16="http://schemas.microsoft.com/office/drawing/2014/main" id="{367E3E9C-AD67-73DA-12BB-2DCECA479684}"/>
              </a:ext>
            </a:extLst>
          </p:cNvPr>
          <p:cNvSpPr>
            <a:spLocks noGrp="1"/>
          </p:cNvSpPr>
          <p:nvPr>
            <p:ph type="title"/>
          </p:nvPr>
        </p:nvSpPr>
        <p:spPr>
          <a:xfrm>
            <a:off x="468313" y="0"/>
            <a:ext cx="8229600" cy="836613"/>
          </a:xfrm>
        </p:spPr>
        <p:txBody>
          <a:bodyPr/>
          <a:lstStyle/>
          <a:p>
            <a:pPr eaLnBrk="1" hangingPunct="1"/>
            <a:r>
              <a:rPr lang="en-US" altLang="en-US" sz="4800" b="1"/>
              <a:t>Softmax Regression</a:t>
            </a:r>
          </a:p>
        </p:txBody>
      </p:sp>
      <p:sp>
        <p:nvSpPr>
          <p:cNvPr id="69635" name="Content Placeholder 2">
            <a:extLst>
              <a:ext uri="{FF2B5EF4-FFF2-40B4-BE49-F238E27FC236}">
                <a16:creationId xmlns:a16="http://schemas.microsoft.com/office/drawing/2014/main" id="{2C0EC9C1-F565-751A-7F35-7BE14AC8290D}"/>
              </a:ext>
            </a:extLst>
          </p:cNvPr>
          <p:cNvSpPr>
            <a:spLocks noGrp="1"/>
          </p:cNvSpPr>
          <p:nvPr>
            <p:ph idx="1"/>
          </p:nvPr>
        </p:nvSpPr>
        <p:spPr>
          <a:xfrm>
            <a:off x="250825" y="765175"/>
            <a:ext cx="8785225" cy="5759450"/>
          </a:xfrm>
        </p:spPr>
        <p:txBody>
          <a:bodyPr/>
          <a:lstStyle/>
          <a:p>
            <a:pPr algn="just"/>
            <a:r>
              <a:rPr lang="en-US" altLang="en-US" sz="2800"/>
              <a:t>The Logistic Regression model can be generalized to support multiple classes directly, without having to train and combine multiple binary classifiers.</a:t>
            </a:r>
          </a:p>
          <a:p>
            <a:pPr algn="just"/>
            <a:r>
              <a:rPr lang="en-US" altLang="en-US" sz="2800"/>
              <a:t> This is called Softmax Regression, or Multinomial Logist</a:t>
            </a:r>
          </a:p>
          <a:p>
            <a:pPr algn="just"/>
            <a:r>
              <a:rPr lang="en-US" altLang="en-US" sz="2800"/>
              <a:t>The idea is simple: when given an instance x, the softmax Regression model first computes a score s</a:t>
            </a:r>
            <a:r>
              <a:rPr lang="en-US" altLang="en-US" sz="1800"/>
              <a:t>k</a:t>
            </a:r>
            <a:r>
              <a:rPr lang="en-US" altLang="en-US" sz="2800"/>
              <a:t>(x) for each class k, then estimates the probability of each class by applying the softmax function (also called the  ormalized exponential) to the scores.</a:t>
            </a:r>
          </a:p>
          <a:p>
            <a:pPr algn="just"/>
            <a:r>
              <a:rPr lang="en-US" altLang="en-US" sz="2800"/>
              <a:t>The equation to compute s</a:t>
            </a:r>
            <a:r>
              <a:rPr lang="en-US" altLang="en-US" sz="1800"/>
              <a:t>k</a:t>
            </a:r>
            <a:r>
              <a:rPr lang="en-US" altLang="en-US" sz="2800"/>
              <a:t>(x) should look familiar, as it is just like the equation for Linear Regression prediction.</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a:extLst>
              <a:ext uri="{FF2B5EF4-FFF2-40B4-BE49-F238E27FC236}">
                <a16:creationId xmlns:a16="http://schemas.microsoft.com/office/drawing/2014/main" id="{1538A25F-CB84-E1A0-F45F-B777062B0FC0}"/>
              </a:ext>
            </a:extLst>
          </p:cNvPr>
          <p:cNvSpPr>
            <a:spLocks noGrp="1"/>
          </p:cNvSpPr>
          <p:nvPr>
            <p:ph type="title"/>
          </p:nvPr>
        </p:nvSpPr>
        <p:spPr>
          <a:xfrm>
            <a:off x="468313" y="0"/>
            <a:ext cx="8229600" cy="836613"/>
          </a:xfrm>
        </p:spPr>
        <p:txBody>
          <a:bodyPr/>
          <a:lstStyle/>
          <a:p>
            <a:pPr eaLnBrk="1" hangingPunct="1"/>
            <a:r>
              <a:rPr lang="en-US" altLang="en-US" sz="4800" b="1"/>
              <a:t>Softmax Regression</a:t>
            </a:r>
          </a:p>
        </p:txBody>
      </p:sp>
      <p:sp>
        <p:nvSpPr>
          <p:cNvPr id="70659" name="Content Placeholder 2">
            <a:extLst>
              <a:ext uri="{FF2B5EF4-FFF2-40B4-BE49-F238E27FC236}">
                <a16:creationId xmlns:a16="http://schemas.microsoft.com/office/drawing/2014/main" id="{FEAC4C99-DB19-E6D6-B425-246BACC7D07B}"/>
              </a:ext>
            </a:extLst>
          </p:cNvPr>
          <p:cNvSpPr>
            <a:spLocks noGrp="1"/>
          </p:cNvSpPr>
          <p:nvPr>
            <p:ph idx="1"/>
          </p:nvPr>
        </p:nvSpPr>
        <p:spPr>
          <a:xfrm>
            <a:off x="250825" y="765175"/>
            <a:ext cx="8785225" cy="5759450"/>
          </a:xfrm>
        </p:spPr>
        <p:txBody>
          <a:bodyPr/>
          <a:lstStyle/>
          <a:p>
            <a:endParaRPr lang="en-US" altLang="en-US" sz="2800"/>
          </a:p>
          <a:p>
            <a:endParaRPr lang="en-US" altLang="en-US" sz="2800"/>
          </a:p>
          <a:p>
            <a:endParaRPr lang="en-US" altLang="en-US" sz="2800"/>
          </a:p>
          <a:p>
            <a:endParaRPr lang="en-US" altLang="en-US" sz="2800"/>
          </a:p>
          <a:p>
            <a:endParaRPr lang="en-US" altLang="en-US"/>
          </a:p>
          <a:p>
            <a:endParaRPr lang="en-US" altLang="en-US"/>
          </a:p>
          <a:p>
            <a:r>
              <a:rPr lang="en-US" altLang="en-US"/>
              <a:t>Once you have computed the score of every class for the instance x, you can estimate the probability p</a:t>
            </a:r>
            <a:r>
              <a:rPr lang="en-US" altLang="en-US" baseline="-25000"/>
              <a:t>k</a:t>
            </a:r>
            <a:r>
              <a:rPr lang="en-US" altLang="en-US"/>
              <a:t> that the instance belongs to class k by running the scores through the softmax function</a:t>
            </a:r>
          </a:p>
        </p:txBody>
      </p:sp>
      <p:pic>
        <p:nvPicPr>
          <p:cNvPr id="70660" name="Picture 2">
            <a:extLst>
              <a:ext uri="{FF2B5EF4-FFF2-40B4-BE49-F238E27FC236}">
                <a16:creationId xmlns:a16="http://schemas.microsoft.com/office/drawing/2014/main" id="{077EB934-0169-7799-40D5-AB171483E9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857250"/>
            <a:ext cx="8351838"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a:extLst>
              <a:ext uri="{FF2B5EF4-FFF2-40B4-BE49-F238E27FC236}">
                <a16:creationId xmlns:a16="http://schemas.microsoft.com/office/drawing/2014/main" id="{89BDA5D4-B34C-3073-B22A-4D5F6D966B69}"/>
              </a:ext>
            </a:extLst>
          </p:cNvPr>
          <p:cNvSpPr>
            <a:spLocks noGrp="1"/>
          </p:cNvSpPr>
          <p:nvPr>
            <p:ph type="title"/>
          </p:nvPr>
        </p:nvSpPr>
        <p:spPr>
          <a:xfrm>
            <a:off x="468313" y="0"/>
            <a:ext cx="8229600" cy="836613"/>
          </a:xfrm>
        </p:spPr>
        <p:txBody>
          <a:bodyPr/>
          <a:lstStyle/>
          <a:p>
            <a:pPr eaLnBrk="1" hangingPunct="1"/>
            <a:r>
              <a:rPr lang="en-US" altLang="en-US" sz="4800" b="1"/>
              <a:t>Softmax Regression</a:t>
            </a:r>
          </a:p>
        </p:txBody>
      </p:sp>
      <p:sp>
        <p:nvSpPr>
          <p:cNvPr id="71683" name="Content Placeholder 2">
            <a:extLst>
              <a:ext uri="{FF2B5EF4-FFF2-40B4-BE49-F238E27FC236}">
                <a16:creationId xmlns:a16="http://schemas.microsoft.com/office/drawing/2014/main" id="{690E63C6-9E02-A0D2-0F9B-721CD8B732F0}"/>
              </a:ext>
            </a:extLst>
          </p:cNvPr>
          <p:cNvSpPr>
            <a:spLocks noGrp="1"/>
          </p:cNvSpPr>
          <p:nvPr>
            <p:ph idx="1"/>
          </p:nvPr>
        </p:nvSpPr>
        <p:spPr>
          <a:xfrm>
            <a:off x="250825" y="765175"/>
            <a:ext cx="8785225" cy="5759450"/>
          </a:xfrm>
        </p:spPr>
        <p:txBody>
          <a:bodyPr/>
          <a:lstStyle/>
          <a:p>
            <a:endParaRPr lang="en-US" altLang="en-US" sz="2800"/>
          </a:p>
          <a:p>
            <a:endParaRPr lang="en-US" altLang="en-US" sz="2800"/>
          </a:p>
          <a:p>
            <a:endParaRPr lang="en-US" altLang="en-US" sz="2800"/>
          </a:p>
          <a:p>
            <a:endParaRPr lang="en-US" altLang="en-US" sz="2800"/>
          </a:p>
          <a:p>
            <a:endParaRPr lang="en-US" altLang="en-US"/>
          </a:p>
          <a:p>
            <a:endParaRPr lang="en-US" altLang="en-US"/>
          </a:p>
        </p:txBody>
      </p:sp>
      <p:pic>
        <p:nvPicPr>
          <p:cNvPr id="71684" name="Picture 2">
            <a:extLst>
              <a:ext uri="{FF2B5EF4-FFF2-40B4-BE49-F238E27FC236}">
                <a16:creationId xmlns:a16="http://schemas.microsoft.com/office/drawing/2014/main" id="{C93A0C3C-4A90-91A3-1BD3-4834EE10AC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288" y="908050"/>
            <a:ext cx="8485187" cy="594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1555</TotalTime>
  <Words>3078</Words>
  <Application>Microsoft Office PowerPoint</Application>
  <PresentationFormat>On-screen Show (4:3)</PresentationFormat>
  <Paragraphs>310</Paragraphs>
  <Slides>69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69</vt:i4>
      </vt:variant>
    </vt:vector>
  </HeadingPairs>
  <TitlesOfParts>
    <vt:vector size="72" baseType="lpstr">
      <vt:lpstr>Arial</vt:lpstr>
      <vt:lpstr>Calibri</vt:lpstr>
      <vt:lpstr>Office Theme</vt:lpstr>
      <vt:lpstr>  Training Models (Regression)   By- Dr. Amit Rathi, Dept of CSE, JUET, Guna</vt:lpstr>
      <vt:lpstr>Regression</vt:lpstr>
      <vt:lpstr>Regression</vt:lpstr>
      <vt:lpstr>  </vt:lpstr>
      <vt:lpstr>   </vt:lpstr>
      <vt:lpstr>Regression</vt:lpstr>
      <vt:lpstr>Linear Regression</vt:lpstr>
      <vt:lpstr>Linear Regression</vt:lpstr>
      <vt:lpstr>Linear Regression</vt:lpstr>
      <vt:lpstr>Linear Regression</vt:lpstr>
      <vt:lpstr>   </vt:lpstr>
      <vt:lpstr>Multiple Linear Regression</vt:lpstr>
      <vt:lpstr>Ridge and Lasso Regression</vt:lpstr>
      <vt:lpstr>Polynomial Regression</vt:lpstr>
      <vt:lpstr>Polynomial Regression</vt:lpstr>
      <vt:lpstr>Polynomial Regression</vt:lpstr>
      <vt:lpstr> </vt:lpstr>
      <vt:lpstr>Logistic Regression </vt:lpstr>
      <vt:lpstr>Logistic Regression</vt:lpstr>
      <vt:lpstr>Logistic Regression </vt:lpstr>
      <vt:lpstr>Logistic Regression </vt:lpstr>
      <vt:lpstr>Logistic Regression </vt:lpstr>
      <vt:lpstr>Logistic Regression</vt:lpstr>
      <vt:lpstr>  </vt:lpstr>
      <vt:lpstr> </vt:lpstr>
      <vt:lpstr>Logistic Regression</vt:lpstr>
      <vt:lpstr>Logistic Regression</vt:lpstr>
      <vt:lpstr>Logistic Regression</vt:lpstr>
      <vt:lpstr>Logistic Regression</vt:lpstr>
      <vt:lpstr>Logistic Regression</vt:lpstr>
      <vt:lpstr>Logistic Regression</vt:lpstr>
      <vt:lpstr>Logistic Regression</vt:lpstr>
      <vt:lpstr>Logistic Regression</vt:lpstr>
      <vt:lpstr>Logistic Regression</vt:lpstr>
      <vt:lpstr>Logistic Regression</vt:lpstr>
      <vt:lpstr>Regression Analysis </vt:lpstr>
      <vt:lpstr>Regression Analysis </vt:lpstr>
      <vt:lpstr>Regression Analysis </vt:lpstr>
      <vt:lpstr> </vt:lpstr>
      <vt:lpstr> </vt:lpstr>
      <vt:lpstr> </vt:lpstr>
      <vt:lpstr> </vt:lpstr>
      <vt:lpstr> </vt:lpstr>
      <vt:lpstr>Linear Regression (Aurélien Géron)</vt:lpstr>
      <vt:lpstr>Linear Regression </vt:lpstr>
      <vt:lpstr>Linear Regression</vt:lpstr>
      <vt:lpstr>Linear Regression</vt:lpstr>
      <vt:lpstr>Linear Regression</vt:lpstr>
      <vt:lpstr>Linear Regression</vt:lpstr>
      <vt:lpstr>Linear Regression</vt:lpstr>
      <vt:lpstr>Linear Regression</vt:lpstr>
      <vt:lpstr>Polynomial Regression</vt:lpstr>
      <vt:lpstr>Polynomial Regression</vt:lpstr>
      <vt:lpstr>Polynomial Regression</vt:lpstr>
      <vt:lpstr>Ridge Regression</vt:lpstr>
      <vt:lpstr>Ridge Regression</vt:lpstr>
      <vt:lpstr>Ridge Regression</vt:lpstr>
      <vt:lpstr>Lasso Regression</vt:lpstr>
      <vt:lpstr>Lasso Regression</vt:lpstr>
      <vt:lpstr>Elastic Net</vt:lpstr>
      <vt:lpstr>Elastic Net</vt:lpstr>
      <vt:lpstr>Elastic Net</vt:lpstr>
      <vt:lpstr>Logistic Regression</vt:lpstr>
      <vt:lpstr>Logistic Regression</vt:lpstr>
      <vt:lpstr>Logistic Regression</vt:lpstr>
      <vt:lpstr>Logistic Regression</vt:lpstr>
      <vt:lpstr>Softmax Regression</vt:lpstr>
      <vt:lpstr>Softmax Regression</vt:lpstr>
      <vt:lpstr>Softmax Regression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Course: Data Analytics Systems and Algorithms  Course Code: 18B11CI917  L-T-P Scheme: 3-0-0  Credits: 3  Dr. Amit Rathi, JUET, Guna</dc:title>
  <dc:creator>a</dc:creator>
  <cp:lastModifiedBy>palak goyal</cp:lastModifiedBy>
  <cp:revision>278</cp:revision>
  <dcterms:created xsi:type="dcterms:W3CDTF">2024-05-27T05:49:06Z</dcterms:created>
  <dcterms:modified xsi:type="dcterms:W3CDTF">2026-06-02T10:17:30Z</dcterms:modified>
</cp:coreProperties>
</file>